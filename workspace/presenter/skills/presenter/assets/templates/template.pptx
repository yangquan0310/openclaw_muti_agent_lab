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>
                <a:solidFill>
                  <a:srgbClr val="B0BEC5"/>
                </a:solidFill>
                <a:latin typeface="微软雅黑"/>
              </a:rPr>
              <a:t>单击此处添加标题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B0BEC5"/>
                </a:solidFill>
                <a:latin typeface="微软雅黑"/>
              </a:rPr>
              <a:t>单击此处添加副标题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B0BEC5"/>
                </a:solidFill>
                <a:latin typeface="微软雅黑"/>
              </a:rPr>
              <a:t>[标题和内容] 单击此处添加标题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B0BEC5"/>
                </a:solidFill>
                <a:latin typeface="微软雅黑"/>
              </a:rPr>
              <a:t>正文页：标题 + 内容列表</a:t>
            </a:r>
          </a:p>
          <a:p/>
          <a:p>
            <a:r>
              <a:rPr sz="1800">
                <a:solidFill>
                  <a:srgbClr val="B0BEC5"/>
                </a:solidFill>
                <a:latin typeface="微软雅黑"/>
              </a:rPr>
              <a:t>• 要点一</a:t>
            </a:r>
          </a:p>
          <a:p>
            <a:r>
              <a:rPr sz="1800">
                <a:solidFill>
                  <a:srgbClr val="B0BEC5"/>
                </a:solidFill>
                <a:latin typeface="微软雅黑"/>
              </a:rPr>
              <a:t>• 要点二</a:t>
            </a:r>
          </a:p>
          <a:p>
            <a:r>
              <a:rPr sz="1800">
                <a:solidFill>
                  <a:srgbClr val="B0BEC5"/>
                </a:solidFill>
                <a:latin typeface="微软雅黑"/>
              </a:rPr>
              <a:t>• 要点三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B0BEC5"/>
                </a:solidFill>
                <a:latin typeface="微软雅黑"/>
              </a:rPr>
              <a:t>[节标题] 单击此处添加标题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B0BEC5"/>
                </a:solidFill>
                <a:latin typeface="微软雅黑"/>
              </a:rPr>
              <a:t>章节分隔页：PART 01 / 章节名称</a:t>
            </a:r>
          </a:p>
          <a:p/>
          <a:p>
            <a:r>
              <a:rPr sz="1800">
                <a:solidFill>
                  <a:srgbClr val="B0BEC5"/>
                </a:solidFill>
                <a:latin typeface="微软雅黑"/>
              </a:rPr>
              <a:t>• 要点一</a:t>
            </a:r>
          </a:p>
          <a:p>
            <a:r>
              <a:rPr sz="1800">
                <a:solidFill>
                  <a:srgbClr val="B0BEC5"/>
                </a:solidFill>
                <a:latin typeface="微软雅黑"/>
              </a:rPr>
              <a:t>• 要点二</a:t>
            </a:r>
          </a:p>
          <a:p>
            <a:r>
              <a:rPr sz="1800">
                <a:solidFill>
                  <a:srgbClr val="B0BEC5"/>
                </a:solidFill>
                <a:latin typeface="微软雅黑"/>
              </a:rPr>
              <a:t>• 要点三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B0BEC5"/>
                </a:solidFill>
                <a:latin typeface="微软雅黑"/>
              </a:rPr>
              <a:t>[两栏内容] 单击此处添加标题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 sz="1800">
                <a:solidFill>
                  <a:srgbClr val="B0BEC5"/>
                </a:solidFill>
                <a:latin typeface="微软雅黑"/>
              </a:rPr>
              <a:t>双栏页：左右对比内容</a:t>
            </a:r>
          </a:p>
          <a:p/>
          <a:p>
            <a:r>
              <a:rPr sz="1800">
                <a:solidFill>
                  <a:srgbClr val="B0BEC5"/>
                </a:solidFill>
                <a:latin typeface="微软雅黑"/>
              </a:rPr>
              <a:t>• 要点一</a:t>
            </a:r>
          </a:p>
          <a:p>
            <a:r>
              <a:rPr sz="1800">
                <a:solidFill>
                  <a:srgbClr val="B0BEC5"/>
                </a:solidFill>
                <a:latin typeface="微软雅黑"/>
              </a:rPr>
              <a:t>• 要点二</a:t>
            </a:r>
          </a:p>
          <a:p>
            <a:r>
              <a:rPr sz="1800">
                <a:solidFill>
                  <a:srgbClr val="B0BEC5"/>
                </a:solidFill>
                <a:latin typeface="微软雅黑"/>
              </a:rPr>
              <a:t>• 要点三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sz="1800">
                <a:solidFill>
                  <a:srgbClr val="B0BEC5"/>
                </a:solidFill>
                <a:latin typeface="微软雅黑"/>
              </a:rPr>
              <a:t>双栏页：左右对比内容</a:t>
            </a:r>
          </a:p>
          <a:p/>
          <a:p>
            <a:r>
              <a:rPr sz="1800">
                <a:solidFill>
                  <a:srgbClr val="B0BEC5"/>
                </a:solidFill>
                <a:latin typeface="微软雅黑"/>
              </a:rPr>
              <a:t>• 要点一</a:t>
            </a:r>
          </a:p>
          <a:p>
            <a:r>
              <a:rPr sz="1800">
                <a:solidFill>
                  <a:srgbClr val="B0BEC5"/>
                </a:solidFill>
                <a:latin typeface="微软雅黑"/>
              </a:rPr>
              <a:t>• 要点二</a:t>
            </a:r>
          </a:p>
          <a:p>
            <a:r>
              <a:rPr sz="1800">
                <a:solidFill>
                  <a:srgbClr val="B0BEC5"/>
                </a:solidFill>
                <a:latin typeface="微软雅黑"/>
              </a:rPr>
              <a:t>• 要点三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