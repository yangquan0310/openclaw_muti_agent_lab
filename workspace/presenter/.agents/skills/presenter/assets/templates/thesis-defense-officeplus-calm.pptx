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28"/>
  </p:notesMasterIdLst>
  <p:sldIdLst>
    <p:sldId id="280" r:id="rId3"/>
    <p:sldId id="293" r:id="rId4"/>
    <p:sldId id="282" r:id="rId5"/>
    <p:sldId id="260" r:id="rId6"/>
    <p:sldId id="261" r:id="rId7"/>
    <p:sldId id="262" r:id="rId8"/>
    <p:sldId id="284" r:id="rId9"/>
    <p:sldId id="264" r:id="rId10"/>
    <p:sldId id="265" r:id="rId11"/>
    <p:sldId id="266" r:id="rId12"/>
    <p:sldId id="285" r:id="rId13"/>
    <p:sldId id="268" r:id="rId14"/>
    <p:sldId id="269" r:id="rId15"/>
    <p:sldId id="270" r:id="rId16"/>
    <p:sldId id="286" r:id="rId17"/>
    <p:sldId id="272" r:id="rId18"/>
    <p:sldId id="273" r:id="rId19"/>
    <p:sldId id="287" r:id="rId20"/>
    <p:sldId id="275" r:id="rId21"/>
    <p:sldId id="276" r:id="rId22"/>
    <p:sldId id="288" r:id="rId23"/>
    <p:sldId id="278" r:id="rId24"/>
    <p:sldId id="292" r:id="rId25"/>
    <p:sldId id="289" r:id="rId26"/>
    <p:sldId id="290" r:id="rId27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71"/>
    <p:restoredTop sz="93602"/>
  </p:normalViewPr>
  <p:slideViewPr>
    <p:cSldViewPr snapToGrid="0" snapToObjects="1">
      <p:cViewPr varScale="1">
        <p:scale>
          <a:sx n="93" d="100"/>
          <a:sy n="93" d="100"/>
        </p:scale>
        <p:origin x="10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ofPieChart>
        <c:ofPieType val="pie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0B2B-4270-B407-679F7D9C7B1A}"/>
              </c:ext>
            </c:extLst>
          </c:dPt>
          <c:dPt>
            <c:idx val="1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B2B-4270-B407-679F7D9C7B1A}"/>
              </c:ext>
            </c:extLst>
          </c:dPt>
          <c:dPt>
            <c:idx val="2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B2B-4270-B407-679F7D9C7B1A}"/>
              </c:ext>
            </c:extLst>
          </c:dPt>
          <c:dPt>
            <c:idx val="3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B2B-4270-B407-679F7D9C7B1A}"/>
              </c:ext>
            </c:extLst>
          </c:dPt>
          <c:dPt>
            <c:idx val="4"/>
            <c:bubble3D val="0"/>
            <c:spPr>
              <a:solidFill>
                <a:schemeClr val="accent3">
                  <a:tint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0B2B-4270-B407-679F7D9C7B1A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2B-4270-B407-679F7D9C7B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charset="0"/>
                    <a:ea typeface="Microsoft YaHei" charset="0"/>
                    <a:cs typeface="Microsoft YaHei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FD-4E54-AD02-B480ABB3A8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charset="0"/>
                    <a:ea typeface="Microsoft YaHei" charset="0"/>
                    <a:cs typeface="Microsoft YaHei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FD-4E54-AD02-B480ABB3A8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charset="0"/>
                    <a:ea typeface="Microsoft YaHei" charset="0"/>
                    <a:cs typeface="Microsoft YaHei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FD-4E54-AD02-B480ABB3A8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36584304"/>
        <c:axId val="1592518656"/>
      </c:barChart>
      <c:catAx>
        <c:axId val="1936584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pPr>
            <a:endParaRPr lang="zh-CN"/>
          </a:p>
        </c:txPr>
        <c:crossAx val="1592518656"/>
        <c:crosses val="autoZero"/>
        <c:auto val="1"/>
        <c:lblAlgn val="ctr"/>
        <c:lblOffset val="100"/>
        <c:noMultiLvlLbl val="0"/>
      </c:catAx>
      <c:valAx>
        <c:axId val="1592518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pPr>
            <a:endParaRPr lang="zh-CN"/>
          </a:p>
        </c:txPr>
        <c:crossAx val="1936584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Microsoft YaHei" charset="0"/>
          <a:ea typeface="Microsoft YaHei" charset="0"/>
          <a:cs typeface="Microsoft YaHei" charset="0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09E48F-FB83-4413-A27B-60E6B7DFCC3F}" type="datetimeFigureOut">
              <a:rPr lang="zh-CN" altLang="en-US" smtClean="0"/>
              <a:t>2017/12/21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35DCA-F7DA-4348-A7B2-EBF7E58CC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487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653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89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560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415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040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234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986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463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29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4418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9369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205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8234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3297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2068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5136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0265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8149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1661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7873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3175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3872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4231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4000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435DCA-F7DA-4348-A7B2-EBF7E58CC17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79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/>
        </p:blipFill>
        <p:spPr>
          <a:xfrm>
            <a:off x="849510" y="-12701"/>
            <a:ext cx="10492980" cy="6858001"/>
          </a:xfrm>
          <a:prstGeom prst="rect">
            <a:avLst/>
          </a:prstGeom>
        </p:spPr>
      </p:pic>
      <p:sp>
        <p:nvSpPr>
          <p:cNvPr id="4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22697" y="2307026"/>
            <a:ext cx="11146606" cy="937764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48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3155230" y="3669185"/>
            <a:ext cx="2294080" cy="54989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anchor="t"/>
          <a:lstStyle>
            <a:lvl1pPr marL="0" indent="0" algn="ctr">
              <a:buNone/>
              <a:defRPr sz="14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2"/>
          </p:nvPr>
        </p:nvSpPr>
        <p:spPr>
          <a:xfrm>
            <a:off x="6742690" y="3669184"/>
            <a:ext cx="2294080" cy="54989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anchor="t"/>
          <a:lstStyle>
            <a:lvl1pPr marL="0" indent="0" algn="ctr">
              <a:buNone/>
              <a:defRPr sz="14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3155230" y="4448647"/>
            <a:ext cx="5881540" cy="508364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1645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558800" y="4165951"/>
            <a:ext cx="2413000" cy="2413000"/>
          </a:xfrm>
          <a:prstGeom prst="ellipse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7378700" y="203200"/>
            <a:ext cx="4419600" cy="4419600"/>
          </a:xfrm>
          <a:prstGeom prst="ellipse">
            <a:avLst/>
          </a:prstGeom>
        </p:spPr>
      </p:pic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3801979" y="1020156"/>
            <a:ext cx="4588044" cy="88885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zh-CN" altLang="en-US" dirty="0"/>
              <a:t>目录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3801979" y="1909012"/>
            <a:ext cx="4588044" cy="40105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1459832" y="2413000"/>
            <a:ext cx="9272338" cy="1059969"/>
          </a:xfrm>
          <a:prstGeom prst="rect">
            <a:avLst/>
          </a:prstGeom>
          <a:ln w="12700" cmpd="sng">
            <a:noFill/>
          </a:ln>
        </p:spPr>
        <p:txBody>
          <a:bodyPr vert="horz" anchor="t"/>
          <a:lstStyle>
            <a:lvl1pPr>
              <a:defRPr kumimoji="1" lang="zh-CN" altLang="en-US" sz="1400" b="0" dirty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marL="0" lvl="0" indent="0" algn="ctr">
              <a:lnSpc>
                <a:spcPct val="130000"/>
              </a:lnSpc>
              <a:buNone/>
            </a:pPr>
            <a:endParaRPr kumimoji="1"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1459832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8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1459831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9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8433254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0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8433253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1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4946542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2" name="文本占位符 6"/>
          <p:cNvSpPr>
            <a:spLocks noGrp="1"/>
          </p:cNvSpPr>
          <p:nvPr>
            <p:ph type="body" sz="quarter" idx="19" hasCustomPrompt="1"/>
          </p:nvPr>
        </p:nvSpPr>
        <p:spPr>
          <a:xfrm>
            <a:off x="4946541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208527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558800" y="4165951"/>
            <a:ext cx="2413000" cy="2413000"/>
          </a:xfrm>
          <a:prstGeom prst="ellipse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7378700" y="203200"/>
            <a:ext cx="4419600" cy="4419600"/>
          </a:xfrm>
          <a:prstGeom prst="ellipse">
            <a:avLst/>
          </a:prstGeom>
        </p:spPr>
      </p:pic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3801979" y="1020156"/>
            <a:ext cx="4588044" cy="88885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zh-CN" altLang="en-US" dirty="0"/>
              <a:t>目录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3801979" y="1909012"/>
            <a:ext cx="4588044" cy="40105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1459832" y="2413000"/>
            <a:ext cx="9272338" cy="1059969"/>
          </a:xfrm>
          <a:prstGeom prst="rect">
            <a:avLst/>
          </a:prstGeom>
          <a:ln w="12700" cmpd="sng">
            <a:noFill/>
          </a:ln>
        </p:spPr>
        <p:txBody>
          <a:bodyPr vert="horz" anchor="t"/>
          <a:lstStyle>
            <a:lvl1pPr>
              <a:defRPr kumimoji="1" lang="zh-CN" altLang="en-US" sz="1400" b="0" dirty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marL="0" lvl="0" indent="0" algn="ctr">
              <a:lnSpc>
                <a:spcPct val="130000"/>
              </a:lnSpc>
              <a:buNone/>
            </a:pPr>
            <a:endParaRPr kumimoji="1"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579519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8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579518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1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3484482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2" name="文本占位符 6"/>
          <p:cNvSpPr>
            <a:spLocks noGrp="1"/>
          </p:cNvSpPr>
          <p:nvPr>
            <p:ph type="body" sz="quarter" idx="19" hasCustomPrompt="1"/>
          </p:nvPr>
        </p:nvSpPr>
        <p:spPr>
          <a:xfrm>
            <a:off x="3483070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4" name="文本占位符 6"/>
          <p:cNvSpPr>
            <a:spLocks noGrp="1"/>
          </p:cNvSpPr>
          <p:nvPr>
            <p:ph type="body" sz="quarter" idx="20" hasCustomPrompt="1"/>
          </p:nvPr>
        </p:nvSpPr>
        <p:spPr>
          <a:xfrm>
            <a:off x="6389445" y="417130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5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6390855" y="462678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9294408" y="417130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7" name="文本占位符 6"/>
          <p:cNvSpPr>
            <a:spLocks noGrp="1"/>
          </p:cNvSpPr>
          <p:nvPr>
            <p:ph type="body" sz="quarter" idx="23" hasCustomPrompt="1"/>
          </p:nvPr>
        </p:nvSpPr>
        <p:spPr>
          <a:xfrm>
            <a:off x="9294407" y="462678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842199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558800" y="4165951"/>
            <a:ext cx="2413000" cy="2413000"/>
          </a:xfrm>
          <a:prstGeom prst="ellipse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7378700" y="203200"/>
            <a:ext cx="4419600" cy="4419600"/>
          </a:xfrm>
          <a:prstGeom prst="ellipse">
            <a:avLst/>
          </a:prstGeom>
        </p:spPr>
      </p:pic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3801979" y="1020156"/>
            <a:ext cx="4588044" cy="88885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zh-CN" altLang="en-US" dirty="0"/>
              <a:t>目录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3801979" y="1909012"/>
            <a:ext cx="4588044" cy="40105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1459832" y="2413000"/>
            <a:ext cx="9272338" cy="1059969"/>
          </a:xfrm>
          <a:prstGeom prst="rect">
            <a:avLst/>
          </a:prstGeom>
          <a:ln w="12700" cmpd="sng">
            <a:noFill/>
          </a:ln>
        </p:spPr>
        <p:txBody>
          <a:bodyPr vert="horz" anchor="t"/>
          <a:lstStyle>
            <a:lvl1pPr marL="0" indent="0" algn="ctr">
              <a:lnSpc>
                <a:spcPct val="130000"/>
              </a:lnSpc>
              <a:buNone/>
              <a:defRPr sz="14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579519" y="4167324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8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579518" y="4622800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892015" y="4165951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9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2892013" y="4621427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5204511" y="4165951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9" hasCustomPrompt="1"/>
          </p:nvPr>
        </p:nvSpPr>
        <p:spPr>
          <a:xfrm>
            <a:off x="5204511" y="4621427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2" name="文本占位符 6"/>
          <p:cNvSpPr>
            <a:spLocks noGrp="1"/>
          </p:cNvSpPr>
          <p:nvPr>
            <p:ph type="body" sz="quarter" idx="20" hasCustomPrompt="1"/>
          </p:nvPr>
        </p:nvSpPr>
        <p:spPr>
          <a:xfrm>
            <a:off x="7517007" y="4167324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3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7517007" y="4622800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4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9829503" y="4165951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5" name="文本占位符 6"/>
          <p:cNvSpPr>
            <a:spLocks noGrp="1"/>
          </p:cNvSpPr>
          <p:nvPr>
            <p:ph type="body" sz="quarter" idx="23" hasCustomPrompt="1"/>
          </p:nvPr>
        </p:nvSpPr>
        <p:spPr>
          <a:xfrm>
            <a:off x="9829502" y="4621427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796250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558800" y="4165951"/>
            <a:ext cx="2413000" cy="2413000"/>
          </a:xfrm>
          <a:prstGeom prst="ellipse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7378700" y="203200"/>
            <a:ext cx="4419600" cy="4419600"/>
          </a:xfrm>
          <a:prstGeom prst="ellipse">
            <a:avLst/>
          </a:prstGeom>
        </p:spPr>
      </p:pic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3801979" y="1020156"/>
            <a:ext cx="4588044" cy="88885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zh-CN" altLang="en-US" dirty="0"/>
              <a:t>目录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3801979" y="1909012"/>
            <a:ext cx="4588044" cy="40105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1459832" y="2413000"/>
            <a:ext cx="9272338" cy="1059969"/>
          </a:xfrm>
          <a:prstGeom prst="rect">
            <a:avLst/>
          </a:prstGeom>
          <a:ln w="12700" cmpd="sng">
            <a:noFill/>
          </a:ln>
        </p:spPr>
        <p:txBody>
          <a:bodyPr vert="horz" anchor="t"/>
          <a:lstStyle>
            <a:lvl1pPr>
              <a:defRPr kumimoji="1" lang="zh-CN" altLang="en-US" sz="1400" b="0" dirty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marL="0" lvl="0" indent="0" algn="ctr">
              <a:lnSpc>
                <a:spcPct val="130000"/>
              </a:lnSpc>
              <a:buNone/>
            </a:pPr>
            <a:endParaRPr kumimoji="1"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558800" y="4167324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8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558799" y="4622800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408797" y="4165951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9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2408797" y="4621427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4258794" y="4165951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9" hasCustomPrompt="1"/>
          </p:nvPr>
        </p:nvSpPr>
        <p:spPr>
          <a:xfrm>
            <a:off x="4258794" y="4621427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2" name="文本占位符 6"/>
          <p:cNvSpPr>
            <a:spLocks noGrp="1"/>
          </p:cNvSpPr>
          <p:nvPr>
            <p:ph type="body" sz="quarter" idx="20" hasCustomPrompt="1"/>
          </p:nvPr>
        </p:nvSpPr>
        <p:spPr>
          <a:xfrm>
            <a:off x="7958788" y="4167324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3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7954761" y="4622800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4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9808784" y="4165951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5" name="文本占位符 6"/>
          <p:cNvSpPr>
            <a:spLocks noGrp="1"/>
          </p:cNvSpPr>
          <p:nvPr>
            <p:ph type="body" sz="quarter" idx="23" hasCustomPrompt="1"/>
          </p:nvPr>
        </p:nvSpPr>
        <p:spPr>
          <a:xfrm>
            <a:off x="9808783" y="4621427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6" name="文本占位符 6"/>
          <p:cNvSpPr>
            <a:spLocks noGrp="1"/>
          </p:cNvSpPr>
          <p:nvPr>
            <p:ph type="body" sz="quarter" idx="24" hasCustomPrompt="1"/>
          </p:nvPr>
        </p:nvSpPr>
        <p:spPr>
          <a:xfrm>
            <a:off x="6108791" y="4165951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7" name="文本占位符 6"/>
          <p:cNvSpPr>
            <a:spLocks noGrp="1"/>
          </p:cNvSpPr>
          <p:nvPr>
            <p:ph type="body" sz="quarter" idx="25" hasCustomPrompt="1"/>
          </p:nvPr>
        </p:nvSpPr>
        <p:spPr>
          <a:xfrm>
            <a:off x="6108791" y="4621427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61320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sp>
        <p:nvSpPr>
          <p:cNvPr id="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2326105" y="2470485"/>
            <a:ext cx="7539792" cy="107482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2"/>
          </p:nvPr>
        </p:nvSpPr>
        <p:spPr>
          <a:xfrm>
            <a:off x="2326105" y="3545305"/>
            <a:ext cx="7539792" cy="70772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44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320767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sp>
        <p:nvSpPr>
          <p:cNvPr id="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464762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sp>
        <p:nvSpPr>
          <p:cNvPr id="3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85838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r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674122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  <p:sp>
        <p:nvSpPr>
          <p:cNvPr id="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63066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1783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053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is-I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Microsoft YaHei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0898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1757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6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6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99" r:id="rId2"/>
    <p:sldLayoutId id="2147483700" r:id="rId3"/>
    <p:sldLayoutId id="2147483701" r:id="rId4"/>
    <p:sldLayoutId id="2147483702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92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Segoe UI"/>
                <a:ea typeface="微软雅黑"/>
              </a:rPr>
              <a:t>请在此位置添加你的论文名称</a:t>
            </a:r>
            <a:endParaRPr lang="en-US" altLang="zh-CN" dirty="0">
              <a:latin typeface="Segoe UI"/>
              <a:ea typeface="微软雅黑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kern="0" dirty="0">
                <a:latin typeface="Segoe UI"/>
                <a:ea typeface="微软雅黑"/>
                <a:cs typeface=""/>
              </a:rPr>
              <a:t>指导老师</a:t>
            </a:r>
            <a:endParaRPr lang="en-US" altLang="zh-CN" kern="0" dirty="0">
              <a:latin typeface="Segoe UI"/>
              <a:ea typeface="微软雅黑"/>
              <a:cs typeface="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kern="0" dirty="0">
                <a:latin typeface="Segoe UI"/>
                <a:ea typeface="微软雅黑"/>
                <a:cs typeface=""/>
              </a:rPr>
              <a:t>John Doe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kern="0" dirty="0">
                <a:latin typeface="Segoe UI"/>
                <a:ea typeface="微软雅黑"/>
                <a:cs typeface=""/>
              </a:rPr>
              <a:t>报告人</a:t>
            </a:r>
            <a:endParaRPr lang="en-US" altLang="zh-CN" kern="0" dirty="0">
              <a:latin typeface="Segoe UI"/>
              <a:ea typeface="微软雅黑"/>
              <a:cs typeface="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kern="0" dirty="0">
                <a:latin typeface="Segoe UI"/>
                <a:ea typeface="微软雅黑"/>
                <a:cs typeface=""/>
              </a:rPr>
              <a:t>Jane Doe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latin typeface="Segoe UI"/>
                <a:ea typeface="微软雅黑"/>
              </a:rPr>
              <a:t>PRESENTED BY OfficePLUS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</p:spTree>
    <p:extLst>
      <p:ext uri="{BB962C8B-B14F-4D97-AF65-F5344CB8AC3E}">
        <p14:creationId xmlns:p14="http://schemas.microsoft.com/office/powerpoint/2010/main" val="2137390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lnSpc>
                <a:spcPct val="130000"/>
              </a:lnSpc>
              <a:buNone/>
            </a:pPr>
            <a:r>
              <a:rPr lang="zh-CN" altLang="en-US" dirty="0"/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dirty="0"/>
              <a:t>8-14</a:t>
            </a:r>
            <a:r>
              <a:rPr lang="zh-CN" altLang="en-US" dirty="0"/>
              <a:t>号字，</a:t>
            </a:r>
            <a:r>
              <a:rPr lang="en-US" altLang="zh-CN" dirty="0"/>
              <a:t>1.3</a:t>
            </a:r>
            <a:r>
              <a:rPr lang="zh-CN" altLang="en-US" dirty="0"/>
              <a:t>倍字间距。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选题背景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PART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ONE</a:t>
            </a:r>
            <a:endParaRPr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论文结构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PART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TWO</a:t>
            </a:r>
            <a:endParaRPr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研究方法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PART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THREE</a:t>
            </a:r>
            <a:endParaRPr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主要结论</a:t>
            </a:r>
            <a:endParaRPr kumimoji="1"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PART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FIVE</a:t>
            </a:r>
            <a:endParaRPr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参考文献</a:t>
            </a:r>
            <a:endParaRPr kumimoji="1"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PART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SIX</a:t>
            </a:r>
            <a:endParaRPr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分析讨论</a:t>
            </a:r>
            <a:endParaRPr kumimoji="1"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PART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FOUR</a:t>
            </a:r>
            <a:endParaRPr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39114" y="5014774"/>
            <a:ext cx="1083718" cy="60756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799664" y="5014774"/>
            <a:ext cx="1083718" cy="60756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660214" y="5014774"/>
            <a:ext cx="1083718" cy="60756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522588" y="5014774"/>
            <a:ext cx="1083718" cy="60756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384962" y="5014774"/>
            <a:ext cx="1083718" cy="60756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247336" y="5014774"/>
            <a:ext cx="1083718" cy="60756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7989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选题背景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524566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选题背景</a:t>
            </a:r>
          </a:p>
        </p:txBody>
      </p:sp>
      <p:grpSp>
        <p:nvGrpSpPr>
          <p:cNvPr id="100" name="组 99"/>
          <p:cNvGrpSpPr/>
          <p:nvPr/>
        </p:nvGrpSpPr>
        <p:grpSpPr>
          <a:xfrm>
            <a:off x="961594" y="890846"/>
            <a:ext cx="2300757" cy="509896"/>
            <a:chOff x="910794" y="928946"/>
            <a:chExt cx="2300757" cy="509896"/>
          </a:xfrm>
        </p:grpSpPr>
        <p:sp>
          <p:nvSpPr>
            <p:cNvPr id="69" name="矩形 68"/>
            <p:cNvSpPr/>
            <p:nvPr/>
          </p:nvSpPr>
          <p:spPr>
            <a:xfrm>
              <a:off x="923286" y="953484"/>
              <a:ext cx="2268157" cy="471008"/>
            </a:xfrm>
            <a:prstGeom prst="rect">
              <a:avLst/>
            </a:prstGeom>
            <a:noFill/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70" name="椭圆 69"/>
            <p:cNvSpPr/>
            <p:nvPr/>
          </p:nvSpPr>
          <p:spPr>
            <a:xfrm>
              <a:off x="910794" y="928946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71" name="椭圆 70"/>
            <p:cNvSpPr/>
            <p:nvPr/>
          </p:nvSpPr>
          <p:spPr>
            <a:xfrm>
              <a:off x="910794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>
              <a:off x="3172663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3172000" y="934040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74" name="矩形 73"/>
          <p:cNvSpPr/>
          <p:nvPr/>
        </p:nvSpPr>
        <p:spPr>
          <a:xfrm>
            <a:off x="1092501" y="96622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75" name="矩形 74"/>
          <p:cNvSpPr/>
          <p:nvPr/>
        </p:nvSpPr>
        <p:spPr>
          <a:xfrm>
            <a:off x="1010421" y="1442930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03" name="组 102"/>
          <p:cNvGrpSpPr/>
          <p:nvPr/>
        </p:nvGrpSpPr>
        <p:grpSpPr>
          <a:xfrm>
            <a:off x="961594" y="2175887"/>
            <a:ext cx="2300757" cy="509896"/>
            <a:chOff x="910794" y="928946"/>
            <a:chExt cx="2300757" cy="509896"/>
          </a:xfrm>
        </p:grpSpPr>
        <p:sp>
          <p:nvSpPr>
            <p:cNvPr id="106" name="矩形 105"/>
            <p:cNvSpPr/>
            <p:nvPr/>
          </p:nvSpPr>
          <p:spPr>
            <a:xfrm>
              <a:off x="923286" y="953484"/>
              <a:ext cx="2268157" cy="471008"/>
            </a:xfrm>
            <a:prstGeom prst="rect">
              <a:avLst/>
            </a:prstGeom>
            <a:noFill/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7" name="椭圆 106"/>
            <p:cNvSpPr/>
            <p:nvPr/>
          </p:nvSpPr>
          <p:spPr>
            <a:xfrm>
              <a:off x="910794" y="928946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8" name="椭圆 107"/>
            <p:cNvSpPr/>
            <p:nvPr/>
          </p:nvSpPr>
          <p:spPr>
            <a:xfrm>
              <a:off x="910794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3172663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3172000" y="934040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104" name="矩形 103"/>
          <p:cNvSpPr/>
          <p:nvPr/>
        </p:nvSpPr>
        <p:spPr>
          <a:xfrm>
            <a:off x="1092501" y="225126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05" name="矩形 104"/>
          <p:cNvSpPr/>
          <p:nvPr/>
        </p:nvSpPr>
        <p:spPr>
          <a:xfrm>
            <a:off x="1010421" y="2727971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12" name="组 111"/>
          <p:cNvGrpSpPr/>
          <p:nvPr/>
        </p:nvGrpSpPr>
        <p:grpSpPr>
          <a:xfrm>
            <a:off x="961594" y="3460928"/>
            <a:ext cx="2300757" cy="509896"/>
            <a:chOff x="910794" y="928946"/>
            <a:chExt cx="2300757" cy="509896"/>
          </a:xfrm>
        </p:grpSpPr>
        <p:sp>
          <p:nvSpPr>
            <p:cNvPr id="115" name="矩形 114"/>
            <p:cNvSpPr/>
            <p:nvPr/>
          </p:nvSpPr>
          <p:spPr>
            <a:xfrm>
              <a:off x="923286" y="953484"/>
              <a:ext cx="2268157" cy="471008"/>
            </a:xfrm>
            <a:prstGeom prst="rect">
              <a:avLst/>
            </a:prstGeom>
            <a:noFill/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6" name="椭圆 115"/>
            <p:cNvSpPr/>
            <p:nvPr/>
          </p:nvSpPr>
          <p:spPr>
            <a:xfrm>
              <a:off x="910794" y="928946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7" name="椭圆 116"/>
            <p:cNvSpPr/>
            <p:nvPr/>
          </p:nvSpPr>
          <p:spPr>
            <a:xfrm>
              <a:off x="910794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8" name="椭圆 117"/>
            <p:cNvSpPr/>
            <p:nvPr/>
          </p:nvSpPr>
          <p:spPr>
            <a:xfrm>
              <a:off x="3172663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9" name="椭圆 118"/>
            <p:cNvSpPr/>
            <p:nvPr/>
          </p:nvSpPr>
          <p:spPr>
            <a:xfrm>
              <a:off x="3172000" y="934040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113" name="矩形 112"/>
          <p:cNvSpPr/>
          <p:nvPr/>
        </p:nvSpPr>
        <p:spPr>
          <a:xfrm>
            <a:off x="1092501" y="353630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14" name="矩形 113"/>
          <p:cNvSpPr/>
          <p:nvPr/>
        </p:nvSpPr>
        <p:spPr>
          <a:xfrm>
            <a:off x="1010421" y="4013012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21" name="组 120"/>
          <p:cNvGrpSpPr/>
          <p:nvPr/>
        </p:nvGrpSpPr>
        <p:grpSpPr>
          <a:xfrm>
            <a:off x="961594" y="4745970"/>
            <a:ext cx="2300757" cy="509896"/>
            <a:chOff x="910794" y="928946"/>
            <a:chExt cx="2300757" cy="509896"/>
          </a:xfrm>
        </p:grpSpPr>
        <p:sp>
          <p:nvSpPr>
            <p:cNvPr id="124" name="矩形 123"/>
            <p:cNvSpPr/>
            <p:nvPr/>
          </p:nvSpPr>
          <p:spPr>
            <a:xfrm>
              <a:off x="923286" y="953484"/>
              <a:ext cx="2268157" cy="471008"/>
            </a:xfrm>
            <a:prstGeom prst="rect">
              <a:avLst/>
            </a:prstGeom>
            <a:noFill/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5" name="椭圆 124"/>
            <p:cNvSpPr/>
            <p:nvPr/>
          </p:nvSpPr>
          <p:spPr>
            <a:xfrm>
              <a:off x="910794" y="928946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6" name="椭圆 125"/>
            <p:cNvSpPr/>
            <p:nvPr/>
          </p:nvSpPr>
          <p:spPr>
            <a:xfrm>
              <a:off x="910794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7" name="椭圆 126"/>
            <p:cNvSpPr/>
            <p:nvPr/>
          </p:nvSpPr>
          <p:spPr>
            <a:xfrm>
              <a:off x="3172663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8" name="椭圆 127"/>
            <p:cNvSpPr/>
            <p:nvPr/>
          </p:nvSpPr>
          <p:spPr>
            <a:xfrm>
              <a:off x="3172000" y="934040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122" name="矩形 121"/>
          <p:cNvSpPr/>
          <p:nvPr/>
        </p:nvSpPr>
        <p:spPr>
          <a:xfrm>
            <a:off x="1092501" y="482134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23" name="矩形 122"/>
          <p:cNvSpPr/>
          <p:nvPr/>
        </p:nvSpPr>
        <p:spPr>
          <a:xfrm>
            <a:off x="1010421" y="5298054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</p:spTree>
    <p:extLst>
      <p:ext uri="{BB962C8B-B14F-4D97-AF65-F5344CB8AC3E}">
        <p14:creationId xmlns:p14="http://schemas.microsoft.com/office/powerpoint/2010/main" val="1927495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选题背景</a:t>
            </a:r>
          </a:p>
        </p:txBody>
      </p:sp>
      <p:sp>
        <p:nvSpPr>
          <p:cNvPr id="8" name="矩形 7"/>
          <p:cNvSpPr/>
          <p:nvPr/>
        </p:nvSpPr>
        <p:spPr>
          <a:xfrm>
            <a:off x="950374" y="1908844"/>
            <a:ext cx="29972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9" name="矩形 8"/>
          <p:cNvSpPr/>
          <p:nvPr/>
        </p:nvSpPr>
        <p:spPr>
          <a:xfrm>
            <a:off x="950374" y="1420210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0" name="矩形 9"/>
          <p:cNvSpPr/>
          <p:nvPr/>
        </p:nvSpPr>
        <p:spPr>
          <a:xfrm>
            <a:off x="959621" y="2810482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1" name="矩形 10"/>
          <p:cNvSpPr/>
          <p:nvPr/>
        </p:nvSpPr>
        <p:spPr>
          <a:xfrm>
            <a:off x="959621" y="3549798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2" name="矩形 11"/>
          <p:cNvSpPr/>
          <p:nvPr/>
        </p:nvSpPr>
        <p:spPr>
          <a:xfrm>
            <a:off x="959621" y="4289114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</p:spTree>
    <p:extLst>
      <p:ext uri="{BB962C8B-B14F-4D97-AF65-F5344CB8AC3E}">
        <p14:creationId xmlns:p14="http://schemas.microsoft.com/office/powerpoint/2010/main" val="29221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选题背景</a:t>
            </a:r>
          </a:p>
        </p:txBody>
      </p:sp>
      <p:sp>
        <p:nvSpPr>
          <p:cNvPr id="25" name="矩形 24"/>
          <p:cNvSpPr/>
          <p:nvPr/>
        </p:nvSpPr>
        <p:spPr>
          <a:xfrm>
            <a:off x="4069024" y="869168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26" name="矩形 25"/>
          <p:cNvSpPr/>
          <p:nvPr/>
        </p:nvSpPr>
        <p:spPr>
          <a:xfrm>
            <a:off x="4029444" y="1392388"/>
            <a:ext cx="7039406" cy="65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4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4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4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47" name="组 46"/>
          <p:cNvGrpSpPr/>
          <p:nvPr/>
        </p:nvGrpSpPr>
        <p:grpSpPr>
          <a:xfrm>
            <a:off x="5188751" y="2168217"/>
            <a:ext cx="515028" cy="515938"/>
            <a:chOff x="5188751" y="2168217"/>
            <a:chExt cx="515028" cy="515938"/>
          </a:xfrm>
        </p:grpSpPr>
        <p:sp>
          <p:nvSpPr>
            <p:cNvPr id="28" name="Oval 5"/>
            <p:cNvSpPr>
              <a:spLocks noChangeArrowheads="1"/>
            </p:cNvSpPr>
            <p:nvPr/>
          </p:nvSpPr>
          <p:spPr bwMode="auto">
            <a:xfrm>
              <a:off x="5188751" y="2168217"/>
              <a:ext cx="515028" cy="51593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  <p:sp>
          <p:nvSpPr>
            <p:cNvPr id="29" name="Freeform 6"/>
            <p:cNvSpPr>
              <a:spLocks noEditPoints="1"/>
            </p:cNvSpPr>
            <p:nvPr/>
          </p:nvSpPr>
          <p:spPr bwMode="auto">
            <a:xfrm>
              <a:off x="5307044" y="2297429"/>
              <a:ext cx="278443" cy="279353"/>
            </a:xfrm>
            <a:custGeom>
              <a:avLst/>
              <a:gdLst>
                <a:gd name="T0" fmla="*/ 57 w 130"/>
                <a:gd name="T1" fmla="*/ 49 h 130"/>
                <a:gd name="T2" fmla="*/ 61 w 130"/>
                <a:gd name="T3" fmla="*/ 37 h 130"/>
                <a:gd name="T4" fmla="*/ 40 w 130"/>
                <a:gd name="T5" fmla="*/ 6 h 130"/>
                <a:gd name="T6" fmla="*/ 28 w 130"/>
                <a:gd name="T7" fmla="*/ 11 h 130"/>
                <a:gd name="T8" fmla="*/ 24 w 130"/>
                <a:gd name="T9" fmla="*/ 24 h 130"/>
                <a:gd name="T10" fmla="*/ 45 w 130"/>
                <a:gd name="T11" fmla="*/ 54 h 130"/>
                <a:gd name="T12" fmla="*/ 57 w 130"/>
                <a:gd name="T13" fmla="*/ 49 h 130"/>
                <a:gd name="T14" fmla="*/ 52 w 130"/>
                <a:gd name="T15" fmla="*/ 82 h 130"/>
                <a:gd name="T16" fmla="*/ 48 w 130"/>
                <a:gd name="T17" fmla="*/ 82 h 130"/>
                <a:gd name="T18" fmla="*/ 30 w 130"/>
                <a:gd name="T19" fmla="*/ 84 h 130"/>
                <a:gd name="T20" fmla="*/ 15 w 130"/>
                <a:gd name="T21" fmla="*/ 102 h 130"/>
                <a:gd name="T22" fmla="*/ 45 w 130"/>
                <a:gd name="T23" fmla="*/ 123 h 130"/>
                <a:gd name="T24" fmla="*/ 70 w 130"/>
                <a:gd name="T25" fmla="*/ 104 h 130"/>
                <a:gd name="T26" fmla="*/ 52 w 130"/>
                <a:gd name="T27" fmla="*/ 82 h 130"/>
                <a:gd name="T28" fmla="*/ 102 w 130"/>
                <a:gd name="T29" fmla="*/ 65 h 130"/>
                <a:gd name="T30" fmla="*/ 83 w 130"/>
                <a:gd name="T31" fmla="*/ 65 h 130"/>
                <a:gd name="T32" fmla="*/ 83 w 130"/>
                <a:gd name="T33" fmla="*/ 55 h 130"/>
                <a:gd name="T34" fmla="*/ 102 w 130"/>
                <a:gd name="T35" fmla="*/ 55 h 130"/>
                <a:gd name="T36" fmla="*/ 102 w 130"/>
                <a:gd name="T37" fmla="*/ 37 h 130"/>
                <a:gd name="T38" fmla="*/ 111 w 130"/>
                <a:gd name="T39" fmla="*/ 37 h 130"/>
                <a:gd name="T40" fmla="*/ 111 w 130"/>
                <a:gd name="T41" fmla="*/ 55 h 130"/>
                <a:gd name="T42" fmla="*/ 130 w 130"/>
                <a:gd name="T43" fmla="*/ 55 h 130"/>
                <a:gd name="T44" fmla="*/ 130 w 130"/>
                <a:gd name="T45" fmla="*/ 65 h 130"/>
                <a:gd name="T46" fmla="*/ 111 w 130"/>
                <a:gd name="T47" fmla="*/ 65 h 130"/>
                <a:gd name="T48" fmla="*/ 111 w 130"/>
                <a:gd name="T49" fmla="*/ 83 h 130"/>
                <a:gd name="T50" fmla="*/ 102 w 130"/>
                <a:gd name="T51" fmla="*/ 83 h 130"/>
                <a:gd name="T52" fmla="*/ 102 w 130"/>
                <a:gd name="T53" fmla="*/ 65 h 130"/>
                <a:gd name="T54" fmla="*/ 64 w 130"/>
                <a:gd name="T55" fmla="*/ 6 h 130"/>
                <a:gd name="T56" fmla="*/ 76 w 130"/>
                <a:gd name="T57" fmla="*/ 29 h 130"/>
                <a:gd name="T58" fmla="*/ 62 w 130"/>
                <a:gd name="T59" fmla="*/ 53 h 130"/>
                <a:gd name="T60" fmla="*/ 57 w 130"/>
                <a:gd name="T61" fmla="*/ 62 h 130"/>
                <a:gd name="T62" fmla="*/ 61 w 130"/>
                <a:gd name="T63" fmla="*/ 69 h 130"/>
                <a:gd name="T64" fmla="*/ 68 w 130"/>
                <a:gd name="T65" fmla="*/ 74 h 130"/>
                <a:gd name="T66" fmla="*/ 82 w 130"/>
                <a:gd name="T67" fmla="*/ 98 h 130"/>
                <a:gd name="T68" fmla="*/ 37 w 130"/>
                <a:gd name="T69" fmla="*/ 130 h 130"/>
                <a:gd name="T70" fmla="*/ 0 w 130"/>
                <a:gd name="T71" fmla="*/ 106 h 130"/>
                <a:gd name="T72" fmla="*/ 14 w 130"/>
                <a:gd name="T73" fmla="*/ 85 h 130"/>
                <a:gd name="T74" fmla="*/ 46 w 130"/>
                <a:gd name="T75" fmla="*/ 77 h 130"/>
                <a:gd name="T76" fmla="*/ 41 w 130"/>
                <a:gd name="T77" fmla="*/ 65 h 130"/>
                <a:gd name="T78" fmla="*/ 43 w 130"/>
                <a:gd name="T79" fmla="*/ 59 h 130"/>
                <a:gd name="T80" fmla="*/ 37 w 130"/>
                <a:gd name="T81" fmla="*/ 59 h 130"/>
                <a:gd name="T82" fmla="*/ 9 w 130"/>
                <a:gd name="T83" fmla="*/ 32 h 130"/>
                <a:gd name="T84" fmla="*/ 20 w 130"/>
                <a:gd name="T85" fmla="*/ 9 h 130"/>
                <a:gd name="T86" fmla="*/ 50 w 130"/>
                <a:gd name="T87" fmla="*/ 0 h 130"/>
                <a:gd name="T88" fmla="*/ 86 w 130"/>
                <a:gd name="T89" fmla="*/ 0 h 130"/>
                <a:gd name="T90" fmla="*/ 75 w 130"/>
                <a:gd name="T91" fmla="*/ 6 h 130"/>
                <a:gd name="T92" fmla="*/ 64 w 130"/>
                <a:gd name="T93" fmla="*/ 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30" h="130">
                  <a:moveTo>
                    <a:pt x="57" y="49"/>
                  </a:moveTo>
                  <a:cubicBezTo>
                    <a:pt x="61" y="46"/>
                    <a:pt x="61" y="40"/>
                    <a:pt x="61" y="37"/>
                  </a:cubicBezTo>
                  <a:cubicBezTo>
                    <a:pt x="61" y="25"/>
                    <a:pt x="54" y="6"/>
                    <a:pt x="40" y="6"/>
                  </a:cubicBezTo>
                  <a:cubicBezTo>
                    <a:pt x="35" y="6"/>
                    <a:pt x="30" y="8"/>
                    <a:pt x="28" y="11"/>
                  </a:cubicBezTo>
                  <a:cubicBezTo>
                    <a:pt x="25" y="15"/>
                    <a:pt x="24" y="19"/>
                    <a:pt x="24" y="24"/>
                  </a:cubicBezTo>
                  <a:cubicBezTo>
                    <a:pt x="24" y="35"/>
                    <a:pt x="31" y="54"/>
                    <a:pt x="45" y="54"/>
                  </a:cubicBezTo>
                  <a:cubicBezTo>
                    <a:pt x="50" y="54"/>
                    <a:pt x="54" y="52"/>
                    <a:pt x="57" y="49"/>
                  </a:cubicBezTo>
                  <a:close/>
                  <a:moveTo>
                    <a:pt x="52" y="82"/>
                  </a:moveTo>
                  <a:cubicBezTo>
                    <a:pt x="51" y="82"/>
                    <a:pt x="50" y="82"/>
                    <a:pt x="48" y="82"/>
                  </a:cubicBezTo>
                  <a:cubicBezTo>
                    <a:pt x="46" y="82"/>
                    <a:pt x="37" y="82"/>
                    <a:pt x="30" y="84"/>
                  </a:cubicBezTo>
                  <a:cubicBezTo>
                    <a:pt x="26" y="86"/>
                    <a:pt x="15" y="90"/>
                    <a:pt x="15" y="102"/>
                  </a:cubicBezTo>
                  <a:cubicBezTo>
                    <a:pt x="15" y="114"/>
                    <a:pt x="27" y="123"/>
                    <a:pt x="45" y="123"/>
                  </a:cubicBezTo>
                  <a:cubicBezTo>
                    <a:pt x="62" y="123"/>
                    <a:pt x="70" y="115"/>
                    <a:pt x="70" y="104"/>
                  </a:cubicBezTo>
                  <a:cubicBezTo>
                    <a:pt x="70" y="96"/>
                    <a:pt x="65" y="91"/>
                    <a:pt x="52" y="82"/>
                  </a:cubicBezTo>
                  <a:close/>
                  <a:moveTo>
                    <a:pt x="102" y="65"/>
                  </a:moveTo>
                  <a:cubicBezTo>
                    <a:pt x="83" y="65"/>
                    <a:pt x="83" y="65"/>
                    <a:pt x="83" y="6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102" y="55"/>
                    <a:pt x="102" y="55"/>
                    <a:pt x="102" y="55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11" y="37"/>
                    <a:pt x="111" y="37"/>
                    <a:pt x="111" y="37"/>
                  </a:cubicBezTo>
                  <a:cubicBezTo>
                    <a:pt x="111" y="55"/>
                    <a:pt x="111" y="55"/>
                    <a:pt x="111" y="55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30" y="65"/>
                    <a:pt x="130" y="65"/>
                    <a:pt x="130" y="65"/>
                  </a:cubicBezTo>
                  <a:cubicBezTo>
                    <a:pt x="111" y="65"/>
                    <a:pt x="111" y="65"/>
                    <a:pt x="111" y="65"/>
                  </a:cubicBezTo>
                  <a:cubicBezTo>
                    <a:pt x="111" y="83"/>
                    <a:pt x="111" y="83"/>
                    <a:pt x="111" y="83"/>
                  </a:cubicBezTo>
                  <a:cubicBezTo>
                    <a:pt x="102" y="83"/>
                    <a:pt x="102" y="83"/>
                    <a:pt x="102" y="83"/>
                  </a:cubicBezTo>
                  <a:lnTo>
                    <a:pt x="102" y="65"/>
                  </a:lnTo>
                  <a:close/>
                  <a:moveTo>
                    <a:pt x="64" y="6"/>
                  </a:moveTo>
                  <a:cubicBezTo>
                    <a:pt x="68" y="9"/>
                    <a:pt x="76" y="16"/>
                    <a:pt x="76" y="29"/>
                  </a:cubicBezTo>
                  <a:cubicBezTo>
                    <a:pt x="76" y="42"/>
                    <a:pt x="69" y="48"/>
                    <a:pt x="62" y="53"/>
                  </a:cubicBezTo>
                  <a:cubicBezTo>
                    <a:pt x="60" y="56"/>
                    <a:pt x="57" y="58"/>
                    <a:pt x="57" y="62"/>
                  </a:cubicBezTo>
                  <a:cubicBezTo>
                    <a:pt x="57" y="66"/>
                    <a:pt x="60" y="68"/>
                    <a:pt x="61" y="69"/>
                  </a:cubicBezTo>
                  <a:cubicBezTo>
                    <a:pt x="68" y="74"/>
                    <a:pt x="68" y="74"/>
                    <a:pt x="68" y="74"/>
                  </a:cubicBezTo>
                  <a:cubicBezTo>
                    <a:pt x="75" y="80"/>
                    <a:pt x="82" y="86"/>
                    <a:pt x="82" y="98"/>
                  </a:cubicBezTo>
                  <a:cubicBezTo>
                    <a:pt x="82" y="114"/>
                    <a:pt x="66" y="130"/>
                    <a:pt x="37" y="130"/>
                  </a:cubicBezTo>
                  <a:cubicBezTo>
                    <a:pt x="12" y="130"/>
                    <a:pt x="0" y="118"/>
                    <a:pt x="0" y="106"/>
                  </a:cubicBezTo>
                  <a:cubicBezTo>
                    <a:pt x="0" y="99"/>
                    <a:pt x="3" y="91"/>
                    <a:pt x="14" y="85"/>
                  </a:cubicBezTo>
                  <a:cubicBezTo>
                    <a:pt x="24" y="78"/>
                    <a:pt x="38" y="77"/>
                    <a:pt x="46" y="77"/>
                  </a:cubicBezTo>
                  <a:cubicBezTo>
                    <a:pt x="44" y="74"/>
                    <a:pt x="41" y="71"/>
                    <a:pt x="41" y="65"/>
                  </a:cubicBezTo>
                  <a:cubicBezTo>
                    <a:pt x="41" y="62"/>
                    <a:pt x="42" y="61"/>
                    <a:pt x="43" y="59"/>
                  </a:cubicBezTo>
                  <a:cubicBezTo>
                    <a:pt x="41" y="59"/>
                    <a:pt x="39" y="59"/>
                    <a:pt x="37" y="59"/>
                  </a:cubicBezTo>
                  <a:cubicBezTo>
                    <a:pt x="19" y="59"/>
                    <a:pt x="9" y="46"/>
                    <a:pt x="9" y="32"/>
                  </a:cubicBezTo>
                  <a:cubicBezTo>
                    <a:pt x="9" y="24"/>
                    <a:pt x="12" y="16"/>
                    <a:pt x="20" y="9"/>
                  </a:cubicBezTo>
                  <a:cubicBezTo>
                    <a:pt x="30" y="1"/>
                    <a:pt x="41" y="0"/>
                    <a:pt x="50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4" y="6"/>
                    <a:pt x="64" y="6"/>
                    <a:pt x="64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30" name="Group 9"/>
          <p:cNvGrpSpPr>
            <a:grpSpLocks noChangeAspect="1"/>
          </p:cNvGrpSpPr>
          <p:nvPr/>
        </p:nvGrpSpPr>
        <p:grpSpPr bwMode="auto">
          <a:xfrm>
            <a:off x="8876704" y="2179136"/>
            <a:ext cx="515028" cy="515938"/>
            <a:chOff x="1587" y="1151"/>
            <a:chExt cx="566" cy="567"/>
          </a:xfrm>
        </p:grpSpPr>
        <p:sp>
          <p:nvSpPr>
            <p:cNvPr id="31" name="Oval 10"/>
            <p:cNvSpPr>
              <a:spLocks noChangeArrowheads="1"/>
            </p:cNvSpPr>
            <p:nvPr/>
          </p:nvSpPr>
          <p:spPr bwMode="auto">
            <a:xfrm>
              <a:off x="1587" y="1151"/>
              <a:ext cx="566" cy="56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  <p:sp>
          <p:nvSpPr>
            <p:cNvPr id="32" name="Freeform 11"/>
            <p:cNvSpPr>
              <a:spLocks noEditPoints="1"/>
            </p:cNvSpPr>
            <p:nvPr/>
          </p:nvSpPr>
          <p:spPr bwMode="auto">
            <a:xfrm>
              <a:off x="1707" y="1272"/>
              <a:ext cx="316" cy="316"/>
            </a:xfrm>
            <a:custGeom>
              <a:avLst/>
              <a:gdLst>
                <a:gd name="T0" fmla="*/ 36 w 134"/>
                <a:gd name="T1" fmla="*/ 46 h 134"/>
                <a:gd name="T2" fmla="*/ 0 w 134"/>
                <a:gd name="T3" fmla="*/ 46 h 134"/>
                <a:gd name="T4" fmla="*/ 0 w 134"/>
                <a:gd name="T5" fmla="*/ 41 h 134"/>
                <a:gd name="T6" fmla="*/ 0 w 134"/>
                <a:gd name="T7" fmla="*/ 41 h 134"/>
                <a:gd name="T8" fmla="*/ 0 w 134"/>
                <a:gd name="T9" fmla="*/ 114 h 134"/>
                <a:gd name="T10" fmla="*/ 20 w 134"/>
                <a:gd name="T11" fmla="*/ 134 h 134"/>
                <a:gd name="T12" fmla="*/ 114 w 134"/>
                <a:gd name="T13" fmla="*/ 134 h 134"/>
                <a:gd name="T14" fmla="*/ 134 w 134"/>
                <a:gd name="T15" fmla="*/ 114 h 134"/>
                <a:gd name="T16" fmla="*/ 134 w 134"/>
                <a:gd name="T17" fmla="*/ 46 h 134"/>
                <a:gd name="T18" fmla="*/ 134 w 134"/>
                <a:gd name="T19" fmla="*/ 46 h 134"/>
                <a:gd name="T20" fmla="*/ 134 w 134"/>
                <a:gd name="T21" fmla="*/ 41 h 134"/>
                <a:gd name="T22" fmla="*/ 94 w 134"/>
                <a:gd name="T23" fmla="*/ 41 h 134"/>
                <a:gd name="T24" fmla="*/ 67 w 134"/>
                <a:gd name="T25" fmla="*/ 27 h 134"/>
                <a:gd name="T26" fmla="*/ 39 w 134"/>
                <a:gd name="T27" fmla="*/ 41 h 134"/>
                <a:gd name="T28" fmla="*/ 0 w 134"/>
                <a:gd name="T29" fmla="*/ 41 h 134"/>
                <a:gd name="T30" fmla="*/ 0 w 134"/>
                <a:gd name="T31" fmla="*/ 20 h 134"/>
                <a:gd name="T32" fmla="*/ 14 w 134"/>
                <a:gd name="T33" fmla="*/ 1 h 134"/>
                <a:gd name="T34" fmla="*/ 14 w 134"/>
                <a:gd name="T35" fmla="*/ 27 h 134"/>
                <a:gd name="T36" fmla="*/ 18 w 134"/>
                <a:gd name="T37" fmla="*/ 27 h 134"/>
                <a:gd name="T38" fmla="*/ 18 w 134"/>
                <a:gd name="T39" fmla="*/ 0 h 134"/>
                <a:gd name="T40" fmla="*/ 18 w 134"/>
                <a:gd name="T41" fmla="*/ 0 h 134"/>
                <a:gd name="T42" fmla="*/ 20 w 134"/>
                <a:gd name="T43" fmla="*/ 0 h 134"/>
                <a:gd name="T44" fmla="*/ 114 w 134"/>
                <a:gd name="T45" fmla="*/ 0 h 134"/>
                <a:gd name="T46" fmla="*/ 134 w 134"/>
                <a:gd name="T47" fmla="*/ 20 h 134"/>
                <a:gd name="T48" fmla="*/ 134 w 134"/>
                <a:gd name="T49" fmla="*/ 46 h 134"/>
                <a:gd name="T50" fmla="*/ 97 w 134"/>
                <a:gd name="T51" fmla="*/ 46 h 134"/>
                <a:gd name="T52" fmla="*/ 101 w 134"/>
                <a:gd name="T53" fmla="*/ 62 h 134"/>
                <a:gd name="T54" fmla="*/ 67 w 134"/>
                <a:gd name="T55" fmla="*/ 97 h 134"/>
                <a:gd name="T56" fmla="*/ 32 w 134"/>
                <a:gd name="T57" fmla="*/ 62 h 134"/>
                <a:gd name="T58" fmla="*/ 36 w 134"/>
                <a:gd name="T59" fmla="*/ 46 h 134"/>
                <a:gd name="T60" fmla="*/ 109 w 134"/>
                <a:gd name="T61" fmla="*/ 9 h 134"/>
                <a:gd name="T62" fmla="*/ 101 w 134"/>
                <a:gd name="T63" fmla="*/ 17 h 134"/>
                <a:gd name="T64" fmla="*/ 101 w 134"/>
                <a:gd name="T65" fmla="*/ 24 h 134"/>
                <a:gd name="T66" fmla="*/ 109 w 134"/>
                <a:gd name="T67" fmla="*/ 32 h 134"/>
                <a:gd name="T68" fmla="*/ 116 w 134"/>
                <a:gd name="T69" fmla="*/ 32 h 134"/>
                <a:gd name="T70" fmla="*/ 124 w 134"/>
                <a:gd name="T71" fmla="*/ 24 h 134"/>
                <a:gd name="T72" fmla="*/ 124 w 134"/>
                <a:gd name="T73" fmla="*/ 17 h 134"/>
                <a:gd name="T74" fmla="*/ 116 w 134"/>
                <a:gd name="T75" fmla="*/ 9 h 134"/>
                <a:gd name="T76" fmla="*/ 109 w 134"/>
                <a:gd name="T77" fmla="*/ 9 h 134"/>
                <a:gd name="T78" fmla="*/ 32 w 134"/>
                <a:gd name="T79" fmla="*/ 0 h 134"/>
                <a:gd name="T80" fmla="*/ 32 w 134"/>
                <a:gd name="T81" fmla="*/ 27 h 134"/>
                <a:gd name="T82" fmla="*/ 37 w 134"/>
                <a:gd name="T83" fmla="*/ 27 h 134"/>
                <a:gd name="T84" fmla="*/ 37 w 134"/>
                <a:gd name="T85" fmla="*/ 0 h 134"/>
                <a:gd name="T86" fmla="*/ 32 w 134"/>
                <a:gd name="T87" fmla="*/ 0 h 134"/>
                <a:gd name="T88" fmla="*/ 23 w 134"/>
                <a:gd name="T89" fmla="*/ 0 h 134"/>
                <a:gd name="T90" fmla="*/ 23 w 134"/>
                <a:gd name="T91" fmla="*/ 27 h 134"/>
                <a:gd name="T92" fmla="*/ 27 w 134"/>
                <a:gd name="T93" fmla="*/ 27 h 134"/>
                <a:gd name="T94" fmla="*/ 27 w 134"/>
                <a:gd name="T95" fmla="*/ 0 h 134"/>
                <a:gd name="T96" fmla="*/ 23 w 134"/>
                <a:gd name="T97" fmla="*/ 0 h 134"/>
                <a:gd name="T98" fmla="*/ 67 w 134"/>
                <a:gd name="T99" fmla="*/ 90 h 134"/>
                <a:gd name="T100" fmla="*/ 94 w 134"/>
                <a:gd name="T101" fmla="*/ 62 h 134"/>
                <a:gd name="T102" fmla="*/ 67 w 134"/>
                <a:gd name="T103" fmla="*/ 34 h 134"/>
                <a:gd name="T104" fmla="*/ 39 w 134"/>
                <a:gd name="T105" fmla="*/ 62 h 134"/>
                <a:gd name="T106" fmla="*/ 67 w 134"/>
                <a:gd name="T107" fmla="*/ 90 h 134"/>
                <a:gd name="T108" fmla="*/ 67 w 134"/>
                <a:gd name="T109" fmla="*/ 81 h 134"/>
                <a:gd name="T110" fmla="*/ 85 w 134"/>
                <a:gd name="T111" fmla="*/ 62 h 134"/>
                <a:gd name="T112" fmla="*/ 67 w 134"/>
                <a:gd name="T113" fmla="*/ 44 h 134"/>
                <a:gd name="T114" fmla="*/ 48 w 134"/>
                <a:gd name="T115" fmla="*/ 62 h 134"/>
                <a:gd name="T116" fmla="*/ 67 w 134"/>
                <a:gd name="T117" fmla="*/ 8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4" h="134">
                  <a:moveTo>
                    <a:pt x="36" y="46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86"/>
                    <a:pt x="0" y="114"/>
                    <a:pt x="0" y="114"/>
                  </a:cubicBezTo>
                  <a:cubicBezTo>
                    <a:pt x="0" y="134"/>
                    <a:pt x="20" y="134"/>
                    <a:pt x="20" y="134"/>
                  </a:cubicBezTo>
                  <a:cubicBezTo>
                    <a:pt x="114" y="134"/>
                    <a:pt x="114" y="134"/>
                    <a:pt x="114" y="134"/>
                  </a:cubicBezTo>
                  <a:cubicBezTo>
                    <a:pt x="114" y="134"/>
                    <a:pt x="134" y="134"/>
                    <a:pt x="134" y="114"/>
                  </a:cubicBezTo>
                  <a:cubicBezTo>
                    <a:pt x="134" y="46"/>
                    <a:pt x="134" y="46"/>
                    <a:pt x="134" y="46"/>
                  </a:cubicBezTo>
                  <a:cubicBezTo>
                    <a:pt x="134" y="46"/>
                    <a:pt x="134" y="46"/>
                    <a:pt x="134" y="46"/>
                  </a:cubicBezTo>
                  <a:cubicBezTo>
                    <a:pt x="134" y="41"/>
                    <a:pt x="134" y="41"/>
                    <a:pt x="134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88" y="33"/>
                    <a:pt x="78" y="27"/>
                    <a:pt x="67" y="27"/>
                  </a:cubicBezTo>
                  <a:cubicBezTo>
                    <a:pt x="55" y="27"/>
                    <a:pt x="45" y="33"/>
                    <a:pt x="39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35"/>
                    <a:pt x="0" y="27"/>
                    <a:pt x="0" y="20"/>
                  </a:cubicBezTo>
                  <a:cubicBezTo>
                    <a:pt x="0" y="7"/>
                    <a:pt x="8" y="2"/>
                    <a:pt x="14" y="1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20" y="0"/>
                    <a:pt x="20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4" y="0"/>
                    <a:pt x="134" y="0"/>
                    <a:pt x="134" y="20"/>
                  </a:cubicBezTo>
                  <a:cubicBezTo>
                    <a:pt x="134" y="46"/>
                    <a:pt x="134" y="46"/>
                    <a:pt x="134" y="46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100" y="51"/>
                    <a:pt x="101" y="56"/>
                    <a:pt x="101" y="62"/>
                  </a:cubicBezTo>
                  <a:cubicBezTo>
                    <a:pt x="101" y="81"/>
                    <a:pt x="86" y="97"/>
                    <a:pt x="67" y="97"/>
                  </a:cubicBezTo>
                  <a:cubicBezTo>
                    <a:pt x="48" y="97"/>
                    <a:pt x="32" y="81"/>
                    <a:pt x="32" y="62"/>
                  </a:cubicBezTo>
                  <a:cubicBezTo>
                    <a:pt x="32" y="56"/>
                    <a:pt x="34" y="51"/>
                    <a:pt x="36" y="46"/>
                  </a:cubicBezTo>
                  <a:close/>
                  <a:moveTo>
                    <a:pt x="109" y="9"/>
                  </a:moveTo>
                  <a:cubicBezTo>
                    <a:pt x="105" y="9"/>
                    <a:pt x="101" y="13"/>
                    <a:pt x="101" y="17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8"/>
                    <a:pt x="105" y="32"/>
                    <a:pt x="109" y="32"/>
                  </a:cubicBezTo>
                  <a:cubicBezTo>
                    <a:pt x="116" y="32"/>
                    <a:pt x="116" y="32"/>
                    <a:pt x="116" y="32"/>
                  </a:cubicBezTo>
                  <a:cubicBezTo>
                    <a:pt x="121" y="32"/>
                    <a:pt x="124" y="28"/>
                    <a:pt x="124" y="24"/>
                  </a:cubicBezTo>
                  <a:cubicBezTo>
                    <a:pt x="124" y="17"/>
                    <a:pt x="124" y="17"/>
                    <a:pt x="124" y="17"/>
                  </a:cubicBezTo>
                  <a:cubicBezTo>
                    <a:pt x="124" y="13"/>
                    <a:pt x="121" y="9"/>
                    <a:pt x="116" y="9"/>
                  </a:cubicBezTo>
                  <a:lnTo>
                    <a:pt x="109" y="9"/>
                  </a:lnTo>
                  <a:close/>
                  <a:moveTo>
                    <a:pt x="32" y="0"/>
                  </a:move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32" y="0"/>
                  </a:lnTo>
                  <a:close/>
                  <a:moveTo>
                    <a:pt x="23" y="0"/>
                  </a:moveTo>
                  <a:cubicBezTo>
                    <a:pt x="23" y="27"/>
                    <a:pt x="23" y="27"/>
                    <a:pt x="23" y="27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7" y="0"/>
                    <a:pt x="27" y="0"/>
                    <a:pt x="27" y="0"/>
                  </a:cubicBezTo>
                  <a:lnTo>
                    <a:pt x="23" y="0"/>
                  </a:lnTo>
                  <a:close/>
                  <a:moveTo>
                    <a:pt x="67" y="90"/>
                  </a:moveTo>
                  <a:cubicBezTo>
                    <a:pt x="82" y="90"/>
                    <a:pt x="94" y="77"/>
                    <a:pt x="94" y="62"/>
                  </a:cubicBezTo>
                  <a:cubicBezTo>
                    <a:pt x="94" y="47"/>
                    <a:pt x="82" y="34"/>
                    <a:pt x="67" y="34"/>
                  </a:cubicBezTo>
                  <a:cubicBezTo>
                    <a:pt x="51" y="34"/>
                    <a:pt x="39" y="47"/>
                    <a:pt x="39" y="62"/>
                  </a:cubicBezTo>
                  <a:cubicBezTo>
                    <a:pt x="39" y="77"/>
                    <a:pt x="51" y="90"/>
                    <a:pt x="67" y="90"/>
                  </a:cubicBezTo>
                  <a:close/>
                  <a:moveTo>
                    <a:pt x="67" y="81"/>
                  </a:moveTo>
                  <a:cubicBezTo>
                    <a:pt x="77" y="81"/>
                    <a:pt x="85" y="72"/>
                    <a:pt x="85" y="62"/>
                  </a:cubicBezTo>
                  <a:cubicBezTo>
                    <a:pt x="85" y="52"/>
                    <a:pt x="77" y="44"/>
                    <a:pt x="67" y="44"/>
                  </a:cubicBezTo>
                  <a:cubicBezTo>
                    <a:pt x="56" y="44"/>
                    <a:pt x="48" y="52"/>
                    <a:pt x="48" y="62"/>
                  </a:cubicBezTo>
                  <a:cubicBezTo>
                    <a:pt x="48" y="72"/>
                    <a:pt x="56" y="81"/>
                    <a:pt x="67" y="8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48" name="组 47"/>
          <p:cNvGrpSpPr/>
          <p:nvPr/>
        </p:nvGrpSpPr>
        <p:grpSpPr>
          <a:xfrm>
            <a:off x="5188751" y="4333602"/>
            <a:ext cx="515028" cy="515938"/>
            <a:chOff x="5188751" y="4333602"/>
            <a:chExt cx="515028" cy="515938"/>
          </a:xfrm>
        </p:grpSpPr>
        <p:sp>
          <p:nvSpPr>
            <p:cNvPr id="34" name="Oval 25"/>
            <p:cNvSpPr>
              <a:spLocks noChangeArrowheads="1"/>
            </p:cNvSpPr>
            <p:nvPr/>
          </p:nvSpPr>
          <p:spPr bwMode="auto">
            <a:xfrm>
              <a:off x="5188751" y="4333602"/>
              <a:ext cx="515028" cy="51593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  <p:sp>
          <p:nvSpPr>
            <p:cNvPr id="35" name="Freeform 26"/>
            <p:cNvSpPr>
              <a:spLocks noEditPoints="1"/>
            </p:cNvSpPr>
            <p:nvPr/>
          </p:nvSpPr>
          <p:spPr bwMode="auto">
            <a:xfrm>
              <a:off x="5287935" y="4432786"/>
              <a:ext cx="317570" cy="317570"/>
            </a:xfrm>
            <a:custGeom>
              <a:avLst/>
              <a:gdLst>
                <a:gd name="T0" fmla="*/ 0 w 148"/>
                <a:gd name="T1" fmla="*/ 95 h 148"/>
                <a:gd name="T2" fmla="*/ 121 w 148"/>
                <a:gd name="T3" fmla="*/ 148 h 148"/>
                <a:gd name="T4" fmla="*/ 121 w 148"/>
                <a:gd name="T5" fmla="*/ 69 h 148"/>
                <a:gd name="T6" fmla="*/ 36 w 148"/>
                <a:gd name="T7" fmla="*/ 132 h 148"/>
                <a:gd name="T8" fmla="*/ 19 w 148"/>
                <a:gd name="T9" fmla="*/ 90 h 148"/>
                <a:gd name="T10" fmla="*/ 46 w 148"/>
                <a:gd name="T11" fmla="*/ 90 h 148"/>
                <a:gd name="T12" fmla="*/ 61 w 148"/>
                <a:gd name="T13" fmla="*/ 130 h 148"/>
                <a:gd name="T14" fmla="*/ 48 w 148"/>
                <a:gd name="T15" fmla="*/ 133 h 148"/>
                <a:gd name="T16" fmla="*/ 54 w 148"/>
                <a:gd name="T17" fmla="*/ 98 h 148"/>
                <a:gd name="T18" fmla="*/ 56 w 148"/>
                <a:gd name="T19" fmla="*/ 128 h 148"/>
                <a:gd name="T20" fmla="*/ 61 w 148"/>
                <a:gd name="T21" fmla="*/ 98 h 148"/>
                <a:gd name="T22" fmla="*/ 101 w 148"/>
                <a:gd name="T23" fmla="*/ 126 h 148"/>
                <a:gd name="T24" fmla="*/ 88 w 148"/>
                <a:gd name="T25" fmla="*/ 134 h 148"/>
                <a:gd name="T26" fmla="*/ 77 w 148"/>
                <a:gd name="T27" fmla="*/ 134 h 148"/>
                <a:gd name="T28" fmla="*/ 85 w 148"/>
                <a:gd name="T29" fmla="*/ 101 h 148"/>
                <a:gd name="T30" fmla="*/ 99 w 148"/>
                <a:gd name="T31" fmla="*/ 99 h 148"/>
                <a:gd name="T32" fmla="*/ 129 w 148"/>
                <a:gd name="T33" fmla="*/ 116 h 148"/>
                <a:gd name="T34" fmla="*/ 115 w 148"/>
                <a:gd name="T35" fmla="*/ 127 h 148"/>
                <a:gd name="T36" fmla="*/ 121 w 148"/>
                <a:gd name="T37" fmla="*/ 123 h 148"/>
                <a:gd name="T38" fmla="*/ 129 w 148"/>
                <a:gd name="T39" fmla="*/ 123 h 148"/>
                <a:gd name="T40" fmla="*/ 110 w 148"/>
                <a:gd name="T41" fmla="*/ 131 h 148"/>
                <a:gd name="T42" fmla="*/ 110 w 148"/>
                <a:gd name="T43" fmla="*/ 99 h 148"/>
                <a:gd name="T44" fmla="*/ 129 w 148"/>
                <a:gd name="T45" fmla="*/ 107 h 148"/>
                <a:gd name="T46" fmla="*/ 115 w 148"/>
                <a:gd name="T47" fmla="*/ 104 h 148"/>
                <a:gd name="T48" fmla="*/ 121 w 148"/>
                <a:gd name="T49" fmla="*/ 111 h 148"/>
                <a:gd name="T50" fmla="*/ 118 w 148"/>
                <a:gd name="T51" fmla="*/ 103 h 148"/>
                <a:gd name="T52" fmla="*/ 85 w 148"/>
                <a:gd name="T53" fmla="*/ 105 h 148"/>
                <a:gd name="T54" fmla="*/ 88 w 148"/>
                <a:gd name="T55" fmla="*/ 129 h 148"/>
                <a:gd name="T56" fmla="*/ 93 w 148"/>
                <a:gd name="T57" fmla="*/ 107 h 148"/>
                <a:gd name="T58" fmla="*/ 97 w 148"/>
                <a:gd name="T59" fmla="*/ 60 h 148"/>
                <a:gd name="T60" fmla="*/ 107 w 148"/>
                <a:gd name="T61" fmla="*/ 60 h 148"/>
                <a:gd name="T62" fmla="*/ 107 w 148"/>
                <a:gd name="T63" fmla="*/ 18 h 148"/>
                <a:gd name="T64" fmla="*/ 102 w 148"/>
                <a:gd name="T65" fmla="*/ 53 h 148"/>
                <a:gd name="T66" fmla="*/ 100 w 148"/>
                <a:gd name="T67" fmla="*/ 18 h 148"/>
                <a:gd name="T68" fmla="*/ 93 w 148"/>
                <a:gd name="T69" fmla="*/ 59 h 148"/>
                <a:gd name="T70" fmla="*/ 82 w 148"/>
                <a:gd name="T71" fmla="*/ 58 h 148"/>
                <a:gd name="T72" fmla="*/ 82 w 148"/>
                <a:gd name="T73" fmla="*/ 20 h 148"/>
                <a:gd name="T74" fmla="*/ 61 w 148"/>
                <a:gd name="T75" fmla="*/ 28 h 148"/>
                <a:gd name="T76" fmla="*/ 73 w 148"/>
                <a:gd name="T77" fmla="*/ 61 h 148"/>
                <a:gd name="T78" fmla="*/ 73 w 148"/>
                <a:gd name="T79" fmla="*/ 24 h 148"/>
                <a:gd name="T80" fmla="*/ 76 w 148"/>
                <a:gd name="T81" fmla="*/ 50 h 148"/>
                <a:gd name="T82" fmla="*/ 70 w 148"/>
                <a:gd name="T83" fmla="*/ 53 h 148"/>
                <a:gd name="T84" fmla="*/ 39 w 148"/>
                <a:gd name="T85" fmla="*/ 60 h 148"/>
                <a:gd name="T86" fmla="*/ 60 w 148"/>
                <a:gd name="T87" fmla="*/ 0 h 148"/>
                <a:gd name="T88" fmla="*/ 44 w 148"/>
                <a:gd name="T89" fmla="*/ 23 h 148"/>
                <a:gd name="T90" fmla="*/ 39 w 148"/>
                <a:gd name="T91" fmla="*/ 34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148">
                  <a:moveTo>
                    <a:pt x="121" y="69"/>
                  </a:moveTo>
                  <a:cubicBezTo>
                    <a:pt x="27" y="69"/>
                    <a:pt x="27" y="69"/>
                    <a:pt x="27" y="69"/>
                  </a:cubicBezTo>
                  <a:cubicBezTo>
                    <a:pt x="12" y="69"/>
                    <a:pt x="0" y="80"/>
                    <a:pt x="0" y="9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36"/>
                    <a:pt x="12" y="148"/>
                    <a:pt x="27" y="148"/>
                  </a:cubicBezTo>
                  <a:cubicBezTo>
                    <a:pt x="121" y="148"/>
                    <a:pt x="121" y="148"/>
                    <a:pt x="121" y="148"/>
                  </a:cubicBezTo>
                  <a:cubicBezTo>
                    <a:pt x="136" y="148"/>
                    <a:pt x="148" y="136"/>
                    <a:pt x="148" y="121"/>
                  </a:cubicBezTo>
                  <a:cubicBezTo>
                    <a:pt x="148" y="95"/>
                    <a:pt x="148" y="95"/>
                    <a:pt x="148" y="95"/>
                  </a:cubicBezTo>
                  <a:cubicBezTo>
                    <a:pt x="148" y="81"/>
                    <a:pt x="136" y="69"/>
                    <a:pt x="121" y="69"/>
                  </a:cubicBezTo>
                  <a:close/>
                  <a:moveTo>
                    <a:pt x="46" y="90"/>
                  </a:moveTo>
                  <a:cubicBezTo>
                    <a:pt x="36" y="90"/>
                    <a:pt x="36" y="90"/>
                    <a:pt x="36" y="90"/>
                  </a:cubicBezTo>
                  <a:cubicBezTo>
                    <a:pt x="36" y="132"/>
                    <a:pt x="36" y="132"/>
                    <a:pt x="36" y="132"/>
                  </a:cubicBezTo>
                  <a:cubicBezTo>
                    <a:pt x="28" y="132"/>
                    <a:pt x="28" y="132"/>
                    <a:pt x="28" y="132"/>
                  </a:cubicBezTo>
                  <a:cubicBezTo>
                    <a:pt x="28" y="90"/>
                    <a:pt x="28" y="90"/>
                    <a:pt x="28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83"/>
                    <a:pt x="19" y="83"/>
                    <a:pt x="19" y="83"/>
                  </a:cubicBezTo>
                  <a:cubicBezTo>
                    <a:pt x="46" y="83"/>
                    <a:pt x="46" y="83"/>
                    <a:pt x="46" y="83"/>
                  </a:cubicBezTo>
                  <a:lnTo>
                    <a:pt x="46" y="90"/>
                  </a:lnTo>
                  <a:close/>
                  <a:moveTo>
                    <a:pt x="69" y="134"/>
                  </a:moveTo>
                  <a:cubicBezTo>
                    <a:pt x="61" y="134"/>
                    <a:pt x="61" y="134"/>
                    <a:pt x="61" y="134"/>
                  </a:cubicBezTo>
                  <a:cubicBezTo>
                    <a:pt x="61" y="130"/>
                    <a:pt x="61" y="130"/>
                    <a:pt x="61" y="130"/>
                  </a:cubicBezTo>
                  <a:cubicBezTo>
                    <a:pt x="59" y="131"/>
                    <a:pt x="58" y="133"/>
                    <a:pt x="56" y="133"/>
                  </a:cubicBezTo>
                  <a:cubicBezTo>
                    <a:pt x="55" y="134"/>
                    <a:pt x="53" y="134"/>
                    <a:pt x="52" y="134"/>
                  </a:cubicBezTo>
                  <a:cubicBezTo>
                    <a:pt x="50" y="134"/>
                    <a:pt x="49" y="134"/>
                    <a:pt x="48" y="133"/>
                  </a:cubicBezTo>
                  <a:cubicBezTo>
                    <a:pt x="47" y="132"/>
                    <a:pt x="47" y="130"/>
                    <a:pt x="47" y="128"/>
                  </a:cubicBezTo>
                  <a:cubicBezTo>
                    <a:pt x="47" y="98"/>
                    <a:pt x="47" y="98"/>
                    <a:pt x="47" y="98"/>
                  </a:cubicBezTo>
                  <a:cubicBezTo>
                    <a:pt x="54" y="98"/>
                    <a:pt x="54" y="98"/>
                    <a:pt x="54" y="98"/>
                  </a:cubicBezTo>
                  <a:cubicBezTo>
                    <a:pt x="54" y="126"/>
                    <a:pt x="54" y="126"/>
                    <a:pt x="54" y="126"/>
                  </a:cubicBezTo>
                  <a:cubicBezTo>
                    <a:pt x="54" y="126"/>
                    <a:pt x="54" y="127"/>
                    <a:pt x="55" y="127"/>
                  </a:cubicBezTo>
                  <a:cubicBezTo>
                    <a:pt x="55" y="128"/>
                    <a:pt x="56" y="128"/>
                    <a:pt x="56" y="128"/>
                  </a:cubicBezTo>
                  <a:cubicBezTo>
                    <a:pt x="57" y="128"/>
                    <a:pt x="58" y="128"/>
                    <a:pt x="59" y="127"/>
                  </a:cubicBezTo>
                  <a:cubicBezTo>
                    <a:pt x="59" y="127"/>
                    <a:pt x="60" y="126"/>
                    <a:pt x="61" y="125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9" y="98"/>
                    <a:pt x="69" y="98"/>
                    <a:pt x="69" y="98"/>
                  </a:cubicBezTo>
                  <a:cubicBezTo>
                    <a:pt x="69" y="134"/>
                    <a:pt x="69" y="134"/>
                    <a:pt x="69" y="134"/>
                  </a:cubicBezTo>
                  <a:close/>
                  <a:moveTo>
                    <a:pt x="101" y="126"/>
                  </a:moveTo>
                  <a:cubicBezTo>
                    <a:pt x="101" y="128"/>
                    <a:pt x="101" y="130"/>
                    <a:pt x="99" y="131"/>
                  </a:cubicBezTo>
                  <a:cubicBezTo>
                    <a:pt x="98" y="133"/>
                    <a:pt x="96" y="134"/>
                    <a:pt x="94" y="134"/>
                  </a:cubicBezTo>
                  <a:cubicBezTo>
                    <a:pt x="93" y="134"/>
                    <a:pt x="89" y="134"/>
                    <a:pt x="88" y="134"/>
                  </a:cubicBezTo>
                  <a:cubicBezTo>
                    <a:pt x="87" y="133"/>
                    <a:pt x="86" y="132"/>
                    <a:pt x="85" y="131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77" y="134"/>
                    <a:pt x="77" y="134"/>
                    <a:pt x="77" y="134"/>
                  </a:cubicBezTo>
                  <a:cubicBezTo>
                    <a:pt x="77" y="84"/>
                    <a:pt x="77" y="84"/>
                    <a:pt x="77" y="84"/>
                  </a:cubicBezTo>
                  <a:cubicBezTo>
                    <a:pt x="85" y="84"/>
                    <a:pt x="85" y="84"/>
                    <a:pt x="85" y="84"/>
                  </a:cubicBezTo>
                  <a:cubicBezTo>
                    <a:pt x="85" y="101"/>
                    <a:pt x="85" y="101"/>
                    <a:pt x="85" y="101"/>
                  </a:cubicBezTo>
                  <a:cubicBezTo>
                    <a:pt x="86" y="100"/>
                    <a:pt x="87" y="99"/>
                    <a:pt x="88" y="98"/>
                  </a:cubicBezTo>
                  <a:cubicBezTo>
                    <a:pt x="89" y="98"/>
                    <a:pt x="92" y="97"/>
                    <a:pt x="94" y="97"/>
                  </a:cubicBezTo>
                  <a:cubicBezTo>
                    <a:pt x="96" y="97"/>
                    <a:pt x="98" y="97"/>
                    <a:pt x="99" y="99"/>
                  </a:cubicBezTo>
                  <a:cubicBezTo>
                    <a:pt x="100" y="100"/>
                    <a:pt x="101" y="103"/>
                    <a:pt x="101" y="106"/>
                  </a:cubicBezTo>
                  <a:cubicBezTo>
                    <a:pt x="101" y="126"/>
                    <a:pt x="101" y="126"/>
                    <a:pt x="101" y="126"/>
                  </a:cubicBezTo>
                  <a:close/>
                  <a:moveTo>
                    <a:pt x="129" y="116"/>
                  </a:moveTo>
                  <a:cubicBezTo>
                    <a:pt x="115" y="116"/>
                    <a:pt x="115" y="116"/>
                    <a:pt x="115" y="116"/>
                  </a:cubicBezTo>
                  <a:cubicBezTo>
                    <a:pt x="115" y="123"/>
                    <a:pt x="115" y="123"/>
                    <a:pt x="115" y="123"/>
                  </a:cubicBezTo>
                  <a:cubicBezTo>
                    <a:pt x="115" y="125"/>
                    <a:pt x="115" y="126"/>
                    <a:pt x="115" y="127"/>
                  </a:cubicBezTo>
                  <a:cubicBezTo>
                    <a:pt x="116" y="128"/>
                    <a:pt x="117" y="128"/>
                    <a:pt x="118" y="128"/>
                  </a:cubicBezTo>
                  <a:cubicBezTo>
                    <a:pt x="119" y="128"/>
                    <a:pt x="120" y="128"/>
                    <a:pt x="121" y="127"/>
                  </a:cubicBezTo>
                  <a:cubicBezTo>
                    <a:pt x="121" y="126"/>
                    <a:pt x="121" y="125"/>
                    <a:pt x="121" y="123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3"/>
                    <a:pt x="129" y="123"/>
                    <a:pt x="129" y="123"/>
                  </a:cubicBezTo>
                  <a:cubicBezTo>
                    <a:pt x="129" y="127"/>
                    <a:pt x="128" y="130"/>
                    <a:pt x="126" y="132"/>
                  </a:cubicBezTo>
                  <a:cubicBezTo>
                    <a:pt x="124" y="133"/>
                    <a:pt x="122" y="134"/>
                    <a:pt x="118" y="134"/>
                  </a:cubicBezTo>
                  <a:cubicBezTo>
                    <a:pt x="114" y="134"/>
                    <a:pt x="111" y="133"/>
                    <a:pt x="110" y="131"/>
                  </a:cubicBezTo>
                  <a:cubicBezTo>
                    <a:pt x="108" y="129"/>
                    <a:pt x="107" y="127"/>
                    <a:pt x="107" y="123"/>
                  </a:cubicBezTo>
                  <a:cubicBezTo>
                    <a:pt x="107" y="107"/>
                    <a:pt x="107" y="107"/>
                    <a:pt x="107" y="107"/>
                  </a:cubicBezTo>
                  <a:cubicBezTo>
                    <a:pt x="107" y="104"/>
                    <a:pt x="108" y="101"/>
                    <a:pt x="110" y="99"/>
                  </a:cubicBezTo>
                  <a:cubicBezTo>
                    <a:pt x="112" y="97"/>
                    <a:pt x="115" y="96"/>
                    <a:pt x="118" y="96"/>
                  </a:cubicBezTo>
                  <a:cubicBezTo>
                    <a:pt x="122" y="96"/>
                    <a:pt x="125" y="97"/>
                    <a:pt x="126" y="99"/>
                  </a:cubicBezTo>
                  <a:cubicBezTo>
                    <a:pt x="128" y="101"/>
                    <a:pt x="129" y="104"/>
                    <a:pt x="129" y="107"/>
                  </a:cubicBezTo>
                  <a:cubicBezTo>
                    <a:pt x="129" y="116"/>
                    <a:pt x="129" y="116"/>
                    <a:pt x="129" y="116"/>
                  </a:cubicBezTo>
                  <a:close/>
                  <a:moveTo>
                    <a:pt x="118" y="103"/>
                  </a:moveTo>
                  <a:cubicBezTo>
                    <a:pt x="117" y="103"/>
                    <a:pt x="116" y="103"/>
                    <a:pt x="115" y="104"/>
                  </a:cubicBezTo>
                  <a:cubicBezTo>
                    <a:pt x="115" y="104"/>
                    <a:pt x="115" y="105"/>
                    <a:pt x="115" y="107"/>
                  </a:cubicBezTo>
                  <a:cubicBezTo>
                    <a:pt x="115" y="111"/>
                    <a:pt x="115" y="111"/>
                    <a:pt x="115" y="111"/>
                  </a:cubicBezTo>
                  <a:cubicBezTo>
                    <a:pt x="121" y="111"/>
                    <a:pt x="121" y="111"/>
                    <a:pt x="121" y="111"/>
                  </a:cubicBezTo>
                  <a:cubicBezTo>
                    <a:pt x="121" y="107"/>
                    <a:pt x="121" y="107"/>
                    <a:pt x="121" y="107"/>
                  </a:cubicBezTo>
                  <a:cubicBezTo>
                    <a:pt x="121" y="105"/>
                    <a:pt x="121" y="104"/>
                    <a:pt x="121" y="104"/>
                  </a:cubicBezTo>
                  <a:cubicBezTo>
                    <a:pt x="120" y="103"/>
                    <a:pt x="119" y="103"/>
                    <a:pt x="118" y="103"/>
                  </a:cubicBezTo>
                  <a:close/>
                  <a:moveTo>
                    <a:pt x="88" y="103"/>
                  </a:moveTo>
                  <a:cubicBezTo>
                    <a:pt x="87" y="103"/>
                    <a:pt x="87" y="103"/>
                    <a:pt x="86" y="104"/>
                  </a:cubicBezTo>
                  <a:cubicBezTo>
                    <a:pt x="86" y="104"/>
                    <a:pt x="85" y="104"/>
                    <a:pt x="85" y="105"/>
                  </a:cubicBezTo>
                  <a:cubicBezTo>
                    <a:pt x="85" y="127"/>
                    <a:pt x="85" y="127"/>
                    <a:pt x="85" y="127"/>
                  </a:cubicBezTo>
                  <a:cubicBezTo>
                    <a:pt x="85" y="128"/>
                    <a:pt x="86" y="128"/>
                    <a:pt x="86" y="128"/>
                  </a:cubicBezTo>
                  <a:cubicBezTo>
                    <a:pt x="87" y="129"/>
                    <a:pt x="88" y="129"/>
                    <a:pt x="88" y="129"/>
                  </a:cubicBezTo>
                  <a:cubicBezTo>
                    <a:pt x="89" y="129"/>
                    <a:pt x="92" y="129"/>
                    <a:pt x="92" y="128"/>
                  </a:cubicBezTo>
                  <a:cubicBezTo>
                    <a:pt x="93" y="127"/>
                    <a:pt x="93" y="127"/>
                    <a:pt x="93" y="126"/>
                  </a:cubicBezTo>
                  <a:cubicBezTo>
                    <a:pt x="93" y="107"/>
                    <a:pt x="93" y="107"/>
                    <a:pt x="93" y="107"/>
                  </a:cubicBezTo>
                  <a:cubicBezTo>
                    <a:pt x="93" y="106"/>
                    <a:pt x="93" y="105"/>
                    <a:pt x="92" y="104"/>
                  </a:cubicBezTo>
                  <a:cubicBezTo>
                    <a:pt x="92" y="103"/>
                    <a:pt x="89" y="103"/>
                    <a:pt x="88" y="103"/>
                  </a:cubicBezTo>
                  <a:close/>
                  <a:moveTo>
                    <a:pt x="97" y="60"/>
                  </a:moveTo>
                  <a:cubicBezTo>
                    <a:pt x="99" y="60"/>
                    <a:pt x="101" y="60"/>
                    <a:pt x="102" y="59"/>
                  </a:cubicBezTo>
                  <a:cubicBezTo>
                    <a:pt x="104" y="58"/>
                    <a:pt x="106" y="57"/>
                    <a:pt x="107" y="55"/>
                  </a:cubicBezTo>
                  <a:cubicBezTo>
                    <a:pt x="107" y="60"/>
                    <a:pt x="107" y="60"/>
                    <a:pt x="107" y="60"/>
                  </a:cubicBezTo>
                  <a:cubicBezTo>
                    <a:pt x="116" y="60"/>
                    <a:pt x="116" y="60"/>
                    <a:pt x="116" y="60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6" y="51"/>
                    <a:pt x="105" y="52"/>
                  </a:cubicBezTo>
                  <a:cubicBezTo>
                    <a:pt x="104" y="53"/>
                    <a:pt x="103" y="53"/>
                    <a:pt x="102" y="53"/>
                  </a:cubicBezTo>
                  <a:cubicBezTo>
                    <a:pt x="101" y="53"/>
                    <a:pt x="101" y="53"/>
                    <a:pt x="101" y="52"/>
                  </a:cubicBezTo>
                  <a:cubicBezTo>
                    <a:pt x="100" y="52"/>
                    <a:pt x="100" y="51"/>
                    <a:pt x="100" y="50"/>
                  </a:cubicBezTo>
                  <a:cubicBezTo>
                    <a:pt x="100" y="18"/>
                    <a:pt x="100" y="18"/>
                    <a:pt x="100" y="18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92" y="55"/>
                    <a:pt x="92" y="57"/>
                    <a:pt x="93" y="59"/>
                  </a:cubicBezTo>
                  <a:cubicBezTo>
                    <a:pt x="94" y="60"/>
                    <a:pt x="96" y="60"/>
                    <a:pt x="97" y="60"/>
                  </a:cubicBezTo>
                  <a:close/>
                  <a:moveTo>
                    <a:pt x="73" y="61"/>
                  </a:moveTo>
                  <a:cubicBezTo>
                    <a:pt x="77" y="61"/>
                    <a:pt x="80" y="60"/>
                    <a:pt x="82" y="58"/>
                  </a:cubicBezTo>
                  <a:cubicBezTo>
                    <a:pt x="84" y="56"/>
                    <a:pt x="85" y="53"/>
                    <a:pt x="85" y="49"/>
                  </a:cubicBezTo>
                  <a:cubicBezTo>
                    <a:pt x="85" y="28"/>
                    <a:pt x="85" y="28"/>
                    <a:pt x="85" y="28"/>
                  </a:cubicBezTo>
                  <a:cubicBezTo>
                    <a:pt x="85" y="25"/>
                    <a:pt x="84" y="22"/>
                    <a:pt x="82" y="20"/>
                  </a:cubicBezTo>
                  <a:cubicBezTo>
                    <a:pt x="79" y="18"/>
                    <a:pt x="77" y="17"/>
                    <a:pt x="73" y="17"/>
                  </a:cubicBezTo>
                  <a:cubicBezTo>
                    <a:pt x="69" y="17"/>
                    <a:pt x="66" y="18"/>
                    <a:pt x="64" y="20"/>
                  </a:cubicBezTo>
                  <a:cubicBezTo>
                    <a:pt x="62" y="22"/>
                    <a:pt x="61" y="25"/>
                    <a:pt x="61" y="28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1" y="53"/>
                    <a:pt x="62" y="56"/>
                    <a:pt x="64" y="58"/>
                  </a:cubicBezTo>
                  <a:cubicBezTo>
                    <a:pt x="66" y="60"/>
                    <a:pt x="69" y="61"/>
                    <a:pt x="73" y="61"/>
                  </a:cubicBezTo>
                  <a:close/>
                  <a:moveTo>
                    <a:pt x="69" y="27"/>
                  </a:moveTo>
                  <a:cubicBezTo>
                    <a:pt x="69" y="27"/>
                    <a:pt x="70" y="26"/>
                    <a:pt x="70" y="25"/>
                  </a:cubicBezTo>
                  <a:cubicBezTo>
                    <a:pt x="71" y="25"/>
                    <a:pt x="72" y="24"/>
                    <a:pt x="73" y="24"/>
                  </a:cubicBezTo>
                  <a:cubicBezTo>
                    <a:pt x="74" y="24"/>
                    <a:pt x="75" y="25"/>
                    <a:pt x="75" y="25"/>
                  </a:cubicBezTo>
                  <a:cubicBezTo>
                    <a:pt x="76" y="26"/>
                    <a:pt x="76" y="27"/>
                    <a:pt x="76" y="27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76" y="51"/>
                    <a:pt x="76" y="52"/>
                    <a:pt x="75" y="53"/>
                  </a:cubicBezTo>
                  <a:cubicBezTo>
                    <a:pt x="75" y="53"/>
                    <a:pt x="74" y="54"/>
                    <a:pt x="73" y="54"/>
                  </a:cubicBezTo>
                  <a:cubicBezTo>
                    <a:pt x="72" y="54"/>
                    <a:pt x="71" y="53"/>
                    <a:pt x="70" y="53"/>
                  </a:cubicBezTo>
                  <a:cubicBezTo>
                    <a:pt x="70" y="52"/>
                    <a:pt x="69" y="51"/>
                    <a:pt x="69" y="50"/>
                  </a:cubicBezTo>
                  <a:cubicBezTo>
                    <a:pt x="69" y="27"/>
                    <a:pt x="69" y="27"/>
                    <a:pt x="69" y="27"/>
                  </a:cubicBezTo>
                  <a:close/>
                  <a:moveTo>
                    <a:pt x="39" y="60"/>
                  </a:moveTo>
                  <a:cubicBezTo>
                    <a:pt x="49" y="60"/>
                    <a:pt x="49" y="60"/>
                    <a:pt x="49" y="60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9" y="60"/>
                    <a:pt x="39" y="60"/>
                    <a:pt x="39" y="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36" name="Group 34"/>
          <p:cNvGrpSpPr>
            <a:grpSpLocks noChangeAspect="1"/>
          </p:cNvGrpSpPr>
          <p:nvPr/>
        </p:nvGrpSpPr>
        <p:grpSpPr bwMode="auto">
          <a:xfrm>
            <a:off x="8872154" y="4333602"/>
            <a:ext cx="515028" cy="515938"/>
            <a:chOff x="6469" y="1151"/>
            <a:chExt cx="566" cy="567"/>
          </a:xfrm>
        </p:grpSpPr>
        <p:sp>
          <p:nvSpPr>
            <p:cNvPr id="37" name="Oval 35"/>
            <p:cNvSpPr>
              <a:spLocks noChangeArrowheads="1"/>
            </p:cNvSpPr>
            <p:nvPr/>
          </p:nvSpPr>
          <p:spPr bwMode="auto">
            <a:xfrm>
              <a:off x="6469" y="1151"/>
              <a:ext cx="566" cy="56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auto">
            <a:xfrm>
              <a:off x="6599" y="1302"/>
              <a:ext cx="306" cy="262"/>
            </a:xfrm>
            <a:custGeom>
              <a:avLst/>
              <a:gdLst>
                <a:gd name="T0" fmla="*/ 109 w 130"/>
                <a:gd name="T1" fmla="*/ 10 h 111"/>
                <a:gd name="T2" fmla="*/ 90 w 130"/>
                <a:gd name="T3" fmla="*/ 1 h 111"/>
                <a:gd name="T4" fmla="*/ 63 w 130"/>
                <a:gd name="T5" fmla="*/ 28 h 111"/>
                <a:gd name="T6" fmla="*/ 64 w 130"/>
                <a:gd name="T7" fmla="*/ 35 h 111"/>
                <a:gd name="T8" fmla="*/ 9 w 130"/>
                <a:gd name="T9" fmla="*/ 4 h 111"/>
                <a:gd name="T10" fmla="*/ 6 w 130"/>
                <a:gd name="T11" fmla="*/ 19 h 111"/>
                <a:gd name="T12" fmla="*/ 18 w 130"/>
                <a:gd name="T13" fmla="*/ 42 h 111"/>
                <a:gd name="T14" fmla="*/ 6 w 130"/>
                <a:gd name="T15" fmla="*/ 39 h 111"/>
                <a:gd name="T16" fmla="*/ 6 w 130"/>
                <a:gd name="T17" fmla="*/ 39 h 111"/>
                <a:gd name="T18" fmla="*/ 27 w 130"/>
                <a:gd name="T19" fmla="*/ 67 h 111"/>
                <a:gd name="T20" fmla="*/ 20 w 130"/>
                <a:gd name="T21" fmla="*/ 68 h 111"/>
                <a:gd name="T22" fmla="*/ 15 w 130"/>
                <a:gd name="T23" fmla="*/ 67 h 111"/>
                <a:gd name="T24" fmla="*/ 40 w 130"/>
                <a:gd name="T25" fmla="*/ 87 h 111"/>
                <a:gd name="T26" fmla="*/ 7 w 130"/>
                <a:gd name="T27" fmla="*/ 99 h 111"/>
                <a:gd name="T28" fmla="*/ 0 w 130"/>
                <a:gd name="T29" fmla="*/ 99 h 111"/>
                <a:gd name="T30" fmla="*/ 41 w 130"/>
                <a:gd name="T31" fmla="*/ 111 h 111"/>
                <a:gd name="T32" fmla="*/ 116 w 130"/>
                <a:gd name="T33" fmla="*/ 32 h 111"/>
                <a:gd name="T34" fmla="*/ 116 w 130"/>
                <a:gd name="T35" fmla="*/ 29 h 111"/>
                <a:gd name="T36" fmla="*/ 130 w 130"/>
                <a:gd name="T37" fmla="*/ 14 h 111"/>
                <a:gd name="T38" fmla="*/ 114 w 130"/>
                <a:gd name="T39" fmla="*/ 18 h 111"/>
                <a:gd name="T40" fmla="*/ 126 w 130"/>
                <a:gd name="T41" fmla="*/ 3 h 111"/>
                <a:gd name="T42" fmla="*/ 109 w 130"/>
                <a:gd name="T43" fmla="*/ 1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0" h="111">
                  <a:moveTo>
                    <a:pt x="109" y="10"/>
                  </a:moveTo>
                  <a:cubicBezTo>
                    <a:pt x="104" y="4"/>
                    <a:pt x="97" y="1"/>
                    <a:pt x="90" y="1"/>
                  </a:cubicBezTo>
                  <a:cubicBezTo>
                    <a:pt x="75" y="0"/>
                    <a:pt x="63" y="13"/>
                    <a:pt x="63" y="28"/>
                  </a:cubicBezTo>
                  <a:cubicBezTo>
                    <a:pt x="63" y="30"/>
                    <a:pt x="64" y="33"/>
                    <a:pt x="64" y="35"/>
                  </a:cubicBezTo>
                  <a:cubicBezTo>
                    <a:pt x="42" y="33"/>
                    <a:pt x="22" y="22"/>
                    <a:pt x="9" y="4"/>
                  </a:cubicBezTo>
                  <a:cubicBezTo>
                    <a:pt x="7" y="9"/>
                    <a:pt x="6" y="13"/>
                    <a:pt x="6" y="19"/>
                  </a:cubicBezTo>
                  <a:cubicBezTo>
                    <a:pt x="6" y="28"/>
                    <a:pt x="10" y="37"/>
                    <a:pt x="18" y="42"/>
                  </a:cubicBezTo>
                  <a:cubicBezTo>
                    <a:pt x="13" y="42"/>
                    <a:pt x="9" y="41"/>
                    <a:pt x="6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53"/>
                    <a:pt x="15" y="64"/>
                    <a:pt x="27" y="67"/>
                  </a:cubicBezTo>
                  <a:cubicBezTo>
                    <a:pt x="25" y="68"/>
                    <a:pt x="22" y="68"/>
                    <a:pt x="20" y="68"/>
                  </a:cubicBezTo>
                  <a:cubicBezTo>
                    <a:pt x="18" y="68"/>
                    <a:pt x="16" y="68"/>
                    <a:pt x="15" y="67"/>
                  </a:cubicBezTo>
                  <a:cubicBezTo>
                    <a:pt x="18" y="79"/>
                    <a:pt x="28" y="87"/>
                    <a:pt x="40" y="87"/>
                  </a:cubicBezTo>
                  <a:cubicBezTo>
                    <a:pt x="31" y="95"/>
                    <a:pt x="19" y="99"/>
                    <a:pt x="7" y="99"/>
                  </a:cubicBezTo>
                  <a:cubicBezTo>
                    <a:pt x="5" y="99"/>
                    <a:pt x="2" y="99"/>
                    <a:pt x="0" y="99"/>
                  </a:cubicBezTo>
                  <a:cubicBezTo>
                    <a:pt x="12" y="107"/>
                    <a:pt x="26" y="111"/>
                    <a:pt x="41" y="111"/>
                  </a:cubicBezTo>
                  <a:cubicBezTo>
                    <a:pt x="90" y="111"/>
                    <a:pt x="116" y="69"/>
                    <a:pt x="116" y="32"/>
                  </a:cubicBezTo>
                  <a:cubicBezTo>
                    <a:pt x="116" y="31"/>
                    <a:pt x="116" y="30"/>
                    <a:pt x="116" y="29"/>
                  </a:cubicBezTo>
                  <a:cubicBezTo>
                    <a:pt x="122" y="25"/>
                    <a:pt x="126" y="20"/>
                    <a:pt x="130" y="14"/>
                  </a:cubicBezTo>
                  <a:cubicBezTo>
                    <a:pt x="125" y="16"/>
                    <a:pt x="120" y="18"/>
                    <a:pt x="114" y="18"/>
                  </a:cubicBezTo>
                  <a:cubicBezTo>
                    <a:pt x="120" y="15"/>
                    <a:pt x="124" y="10"/>
                    <a:pt x="126" y="3"/>
                  </a:cubicBezTo>
                  <a:cubicBezTo>
                    <a:pt x="121" y="6"/>
                    <a:pt x="115" y="9"/>
                    <a:pt x="109" y="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39" name="矩形 38"/>
          <p:cNvSpPr/>
          <p:nvPr/>
        </p:nvSpPr>
        <p:spPr>
          <a:xfrm>
            <a:off x="4635786" y="2821913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40" name="矩形 39"/>
          <p:cNvSpPr/>
          <p:nvPr/>
        </p:nvSpPr>
        <p:spPr>
          <a:xfrm>
            <a:off x="4149061" y="3066437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41" name="矩形 40"/>
          <p:cNvSpPr/>
          <p:nvPr/>
        </p:nvSpPr>
        <p:spPr>
          <a:xfrm>
            <a:off x="8327972" y="2821913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42" name="矩形 41"/>
          <p:cNvSpPr/>
          <p:nvPr/>
        </p:nvSpPr>
        <p:spPr>
          <a:xfrm>
            <a:off x="7841247" y="3066437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43" name="矩形 42"/>
          <p:cNvSpPr/>
          <p:nvPr/>
        </p:nvSpPr>
        <p:spPr>
          <a:xfrm>
            <a:off x="4635786" y="4990242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44" name="矩形 43"/>
          <p:cNvSpPr/>
          <p:nvPr/>
        </p:nvSpPr>
        <p:spPr>
          <a:xfrm>
            <a:off x="4149061" y="5234766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45" name="矩形 44"/>
          <p:cNvSpPr/>
          <p:nvPr/>
        </p:nvSpPr>
        <p:spPr>
          <a:xfrm>
            <a:off x="8327972" y="4990242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46" name="矩形 45"/>
          <p:cNvSpPr/>
          <p:nvPr/>
        </p:nvSpPr>
        <p:spPr>
          <a:xfrm>
            <a:off x="7841247" y="5234766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</p:spTree>
    <p:extLst>
      <p:ext uri="{BB962C8B-B14F-4D97-AF65-F5344CB8AC3E}">
        <p14:creationId xmlns:p14="http://schemas.microsoft.com/office/powerpoint/2010/main" val="88216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论文结构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031536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r>
              <a:rPr kumimoji="1" lang="zh-CN" altLang="en-US" dirty="0"/>
              <a:t> 论文结构</a:t>
            </a:r>
          </a:p>
        </p:txBody>
      </p:sp>
      <p:grpSp>
        <p:nvGrpSpPr>
          <p:cNvPr id="3" name="组 2"/>
          <p:cNvGrpSpPr/>
          <p:nvPr/>
        </p:nvGrpSpPr>
        <p:grpSpPr>
          <a:xfrm>
            <a:off x="-211666" y="2908300"/>
            <a:ext cx="12778491" cy="1030394"/>
            <a:chOff x="-211666" y="2908300"/>
            <a:chExt cx="12778491" cy="1030394"/>
          </a:xfrm>
        </p:grpSpPr>
        <p:grpSp>
          <p:nvGrpSpPr>
            <p:cNvPr id="4" name="组合 21"/>
            <p:cNvGrpSpPr/>
            <p:nvPr/>
          </p:nvGrpSpPr>
          <p:grpSpPr>
            <a:xfrm>
              <a:off x="-211666" y="2970613"/>
              <a:ext cx="12778491" cy="912541"/>
              <a:chOff x="0" y="2158337"/>
              <a:chExt cx="12778491" cy="912541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211666" y="2513302"/>
                <a:ext cx="12192000" cy="2110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" name="等腰三角形 5"/>
              <p:cNvSpPr/>
              <p:nvPr/>
            </p:nvSpPr>
            <p:spPr>
              <a:xfrm>
                <a:off x="0" y="2160196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0" name="等腰三角形 7"/>
              <p:cNvSpPr/>
              <p:nvPr/>
            </p:nvSpPr>
            <p:spPr>
              <a:xfrm>
                <a:off x="1056391" y="2160196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1" name="等腰三角形 8"/>
              <p:cNvSpPr/>
              <p:nvPr/>
            </p:nvSpPr>
            <p:spPr>
              <a:xfrm>
                <a:off x="21209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2" name="等腰三角形 9"/>
              <p:cNvSpPr/>
              <p:nvPr/>
            </p:nvSpPr>
            <p:spPr>
              <a:xfrm>
                <a:off x="31877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3" name="等腰三角形 10"/>
              <p:cNvSpPr/>
              <p:nvPr/>
            </p:nvSpPr>
            <p:spPr>
              <a:xfrm>
                <a:off x="42545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4" name="等腰三角形 11"/>
              <p:cNvSpPr/>
              <p:nvPr/>
            </p:nvSpPr>
            <p:spPr>
              <a:xfrm>
                <a:off x="53213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5" name="等腰三角形 12"/>
              <p:cNvSpPr/>
              <p:nvPr/>
            </p:nvSpPr>
            <p:spPr>
              <a:xfrm>
                <a:off x="63881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6" name="等腰三角形 13"/>
              <p:cNvSpPr/>
              <p:nvPr/>
            </p:nvSpPr>
            <p:spPr>
              <a:xfrm>
                <a:off x="74549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7" name="等腰三角形 14"/>
              <p:cNvSpPr/>
              <p:nvPr/>
            </p:nvSpPr>
            <p:spPr>
              <a:xfrm>
                <a:off x="85217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8" name="等腰三角形 15"/>
              <p:cNvSpPr/>
              <p:nvPr/>
            </p:nvSpPr>
            <p:spPr>
              <a:xfrm>
                <a:off x="95885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9" name="等腰三角形 16"/>
              <p:cNvSpPr/>
              <p:nvPr/>
            </p:nvSpPr>
            <p:spPr>
              <a:xfrm>
                <a:off x="106553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0" name="等腰三角形 17"/>
              <p:cNvSpPr/>
              <p:nvPr/>
            </p:nvSpPr>
            <p:spPr>
              <a:xfrm>
                <a:off x="117221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41" name="直接连接符 19"/>
              <p:cNvCxnSpPr/>
              <p:nvPr/>
            </p:nvCxnSpPr>
            <p:spPr>
              <a:xfrm>
                <a:off x="0" y="3060294"/>
                <a:ext cx="12778491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椭圆 4"/>
            <p:cNvSpPr/>
            <p:nvPr/>
          </p:nvSpPr>
          <p:spPr>
            <a:xfrm flipH="1">
              <a:off x="258956" y="291304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 flipH="1">
              <a:off x="787152" y="3823548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>
            <a:xfrm flipH="1">
              <a:off x="13208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 flipH="1">
              <a:off x="23876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" name="椭圆 8"/>
            <p:cNvSpPr/>
            <p:nvPr/>
          </p:nvSpPr>
          <p:spPr>
            <a:xfrm flipH="1">
              <a:off x="34544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 flipH="1">
              <a:off x="45212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 flipH="1">
              <a:off x="55880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 flipH="1">
              <a:off x="66548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 flipH="1">
              <a:off x="77216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 flipH="1">
              <a:off x="87884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 flipH="1">
              <a:off x="98552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 flipH="1">
              <a:off x="109220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 flipH="1">
              <a:off x="119888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 flipH="1">
              <a:off x="18542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 flipH="1">
              <a:off x="29210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 flipH="1">
              <a:off x="39878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 flipH="1">
              <a:off x="50546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 flipH="1">
              <a:off x="61214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 flipH="1">
              <a:off x="71882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 flipH="1">
              <a:off x="82550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 flipH="1">
              <a:off x="93218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 flipH="1">
              <a:off x="103886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 flipH="1">
              <a:off x="114554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48" name="组 47"/>
          <p:cNvGrpSpPr/>
          <p:nvPr/>
        </p:nvGrpSpPr>
        <p:grpSpPr>
          <a:xfrm>
            <a:off x="801735" y="965562"/>
            <a:ext cx="2895600" cy="1643508"/>
            <a:chOff x="558800" y="977900"/>
            <a:chExt cx="2895600" cy="1643508"/>
          </a:xfrm>
        </p:grpSpPr>
        <p:sp>
          <p:nvSpPr>
            <p:cNvPr id="42" name="矩形 41"/>
            <p:cNvSpPr/>
            <p:nvPr/>
          </p:nvSpPr>
          <p:spPr>
            <a:xfrm>
              <a:off x="558800" y="977900"/>
              <a:ext cx="2895600" cy="15621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47" name="组 46"/>
            <p:cNvGrpSpPr/>
            <p:nvPr/>
          </p:nvGrpSpPr>
          <p:grpSpPr>
            <a:xfrm>
              <a:off x="749830" y="1184250"/>
              <a:ext cx="2667248" cy="1437158"/>
              <a:chOff x="5638552" y="977900"/>
              <a:chExt cx="2188812" cy="1437158"/>
            </a:xfrm>
          </p:grpSpPr>
          <p:sp>
            <p:nvSpPr>
              <p:cNvPr id="45" name="矩形 44"/>
              <p:cNvSpPr/>
              <p:nvPr/>
            </p:nvSpPr>
            <p:spPr>
              <a:xfrm>
                <a:off x="5638552" y="977900"/>
                <a:ext cx="162095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Segoe UI"/>
                    <a:ea typeface="微软雅黑"/>
                  </a:rPr>
                  <a:t>点击此处添加标题</a:t>
                </a:r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5638552" y="1222424"/>
                <a:ext cx="2188812" cy="1192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标题数字等都可以通过点击和重新输入进行更改，顶部“开始”面板中可以对字体、字号、颜色、行距等进行修改。建议正文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8-14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号字，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1.3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倍字间距。</a:t>
                </a:r>
              </a:p>
            </p:txBody>
          </p:sp>
        </p:grpSp>
      </p:grpSp>
      <p:grpSp>
        <p:nvGrpSpPr>
          <p:cNvPr id="49" name="组 48"/>
          <p:cNvGrpSpPr/>
          <p:nvPr/>
        </p:nvGrpSpPr>
        <p:grpSpPr>
          <a:xfrm>
            <a:off x="4607271" y="965562"/>
            <a:ext cx="2895600" cy="1643508"/>
            <a:chOff x="558800" y="977900"/>
            <a:chExt cx="2895600" cy="1643508"/>
          </a:xfrm>
        </p:grpSpPr>
        <p:sp>
          <p:nvSpPr>
            <p:cNvPr id="50" name="矩形 49"/>
            <p:cNvSpPr/>
            <p:nvPr/>
          </p:nvSpPr>
          <p:spPr>
            <a:xfrm>
              <a:off x="558800" y="977900"/>
              <a:ext cx="2895600" cy="15621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51" name="组 50"/>
            <p:cNvGrpSpPr/>
            <p:nvPr/>
          </p:nvGrpSpPr>
          <p:grpSpPr>
            <a:xfrm>
              <a:off x="749830" y="1184250"/>
              <a:ext cx="2667248" cy="1437158"/>
              <a:chOff x="5638552" y="977900"/>
              <a:chExt cx="2188812" cy="1437158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5638552" y="977900"/>
                <a:ext cx="162095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Segoe UI"/>
                    <a:ea typeface="微软雅黑"/>
                  </a:rPr>
                  <a:t>点击此处添加标题</a:t>
                </a:r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5638552" y="1222424"/>
                <a:ext cx="2188812" cy="1192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标题数字等都可以通过点击和重新输入进行更改，顶部“开始”面板中可以对字体、字号、颜色、行距等进行修改。建议正文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8-14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号字，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1.3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倍字间距。</a:t>
                </a:r>
              </a:p>
            </p:txBody>
          </p:sp>
        </p:grpSp>
      </p:grpSp>
      <p:grpSp>
        <p:nvGrpSpPr>
          <p:cNvPr id="54" name="组 53"/>
          <p:cNvGrpSpPr/>
          <p:nvPr/>
        </p:nvGrpSpPr>
        <p:grpSpPr>
          <a:xfrm>
            <a:off x="8412808" y="965562"/>
            <a:ext cx="2895600" cy="1643508"/>
            <a:chOff x="558800" y="977900"/>
            <a:chExt cx="2895600" cy="1643508"/>
          </a:xfrm>
        </p:grpSpPr>
        <p:sp>
          <p:nvSpPr>
            <p:cNvPr id="55" name="矩形 54"/>
            <p:cNvSpPr/>
            <p:nvPr/>
          </p:nvSpPr>
          <p:spPr>
            <a:xfrm>
              <a:off x="558800" y="977900"/>
              <a:ext cx="2895600" cy="15621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56" name="组 55"/>
            <p:cNvGrpSpPr/>
            <p:nvPr/>
          </p:nvGrpSpPr>
          <p:grpSpPr>
            <a:xfrm>
              <a:off x="749830" y="1184250"/>
              <a:ext cx="2667248" cy="1437158"/>
              <a:chOff x="5638552" y="977900"/>
              <a:chExt cx="2188812" cy="1437158"/>
            </a:xfrm>
          </p:grpSpPr>
          <p:sp>
            <p:nvSpPr>
              <p:cNvPr id="57" name="矩形 56"/>
              <p:cNvSpPr/>
              <p:nvPr/>
            </p:nvSpPr>
            <p:spPr>
              <a:xfrm>
                <a:off x="5638552" y="977900"/>
                <a:ext cx="162095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Segoe UI"/>
                    <a:ea typeface="微软雅黑"/>
                  </a:rPr>
                  <a:t>点击此处添加标题</a:t>
                </a:r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5638552" y="1222424"/>
                <a:ext cx="2188812" cy="1192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标题数字等都可以通过点击和重新输入进行更改，顶部“开始”面板中可以对字体、字号、颜色、行距等进行修改。建议正文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8-14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号字，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1.3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倍字间距。</a:t>
                </a:r>
              </a:p>
            </p:txBody>
          </p:sp>
        </p:grpSp>
      </p:grpSp>
      <p:grpSp>
        <p:nvGrpSpPr>
          <p:cNvPr id="59" name="组 58"/>
          <p:cNvGrpSpPr/>
          <p:nvPr/>
        </p:nvGrpSpPr>
        <p:grpSpPr>
          <a:xfrm>
            <a:off x="2717148" y="4450798"/>
            <a:ext cx="2895600" cy="1643508"/>
            <a:chOff x="558800" y="977900"/>
            <a:chExt cx="2895600" cy="1643508"/>
          </a:xfrm>
        </p:grpSpPr>
        <p:sp>
          <p:nvSpPr>
            <p:cNvPr id="60" name="矩形 59"/>
            <p:cNvSpPr/>
            <p:nvPr/>
          </p:nvSpPr>
          <p:spPr>
            <a:xfrm>
              <a:off x="558800" y="977900"/>
              <a:ext cx="2895600" cy="15621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61" name="组 60"/>
            <p:cNvGrpSpPr/>
            <p:nvPr/>
          </p:nvGrpSpPr>
          <p:grpSpPr>
            <a:xfrm>
              <a:off x="749830" y="1184250"/>
              <a:ext cx="2667248" cy="1437158"/>
              <a:chOff x="5638552" y="977900"/>
              <a:chExt cx="2188812" cy="1437158"/>
            </a:xfrm>
          </p:grpSpPr>
          <p:sp>
            <p:nvSpPr>
              <p:cNvPr id="62" name="矩形 61"/>
              <p:cNvSpPr/>
              <p:nvPr/>
            </p:nvSpPr>
            <p:spPr>
              <a:xfrm>
                <a:off x="5638552" y="977900"/>
                <a:ext cx="162095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Segoe UI"/>
                    <a:ea typeface="微软雅黑"/>
                  </a:rPr>
                  <a:t>点击此处添加标题</a:t>
                </a:r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5638552" y="1222424"/>
                <a:ext cx="2188812" cy="1192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标题数字等都可以通过点击和重新输入进行更改，顶部“开始”面板中可以对字体、字号、颜色、行距等进行修改。建议正文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8-14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号字，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1.3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倍字间距。</a:t>
                </a:r>
              </a:p>
            </p:txBody>
          </p:sp>
        </p:grpSp>
      </p:grpSp>
      <p:grpSp>
        <p:nvGrpSpPr>
          <p:cNvPr id="64" name="组 63"/>
          <p:cNvGrpSpPr/>
          <p:nvPr/>
        </p:nvGrpSpPr>
        <p:grpSpPr>
          <a:xfrm>
            <a:off x="6522685" y="4450798"/>
            <a:ext cx="2895600" cy="1643508"/>
            <a:chOff x="558800" y="977900"/>
            <a:chExt cx="2895600" cy="1643508"/>
          </a:xfrm>
        </p:grpSpPr>
        <p:sp>
          <p:nvSpPr>
            <p:cNvPr id="65" name="矩形 64"/>
            <p:cNvSpPr/>
            <p:nvPr/>
          </p:nvSpPr>
          <p:spPr>
            <a:xfrm>
              <a:off x="558800" y="977900"/>
              <a:ext cx="2895600" cy="15621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66" name="组 65"/>
            <p:cNvGrpSpPr/>
            <p:nvPr/>
          </p:nvGrpSpPr>
          <p:grpSpPr>
            <a:xfrm>
              <a:off x="749830" y="1184250"/>
              <a:ext cx="2667248" cy="1437158"/>
              <a:chOff x="5638552" y="977900"/>
              <a:chExt cx="2188812" cy="1437158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5638552" y="977900"/>
                <a:ext cx="162095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Segoe UI"/>
                    <a:ea typeface="微软雅黑"/>
                  </a:rPr>
                  <a:t>点击此处添加标题</a:t>
                </a:r>
              </a:p>
            </p:txBody>
          </p:sp>
          <p:sp>
            <p:nvSpPr>
              <p:cNvPr id="68" name="矩形 67"/>
              <p:cNvSpPr/>
              <p:nvPr/>
            </p:nvSpPr>
            <p:spPr>
              <a:xfrm>
                <a:off x="5638552" y="1222424"/>
                <a:ext cx="2188812" cy="1192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标题数字等都可以通过点击和重新输入进行更改，顶部“开始”面板中可以对字体、字号、颜色、行距等进行修改。建议正文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8-14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号字，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1.3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倍字间距。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208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r>
              <a:rPr kumimoji="1" lang="zh-CN" altLang="en-US" dirty="0"/>
              <a:t> 论文结构</a:t>
            </a: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 rotWithShape="1">
          <a:blip r:embed="rId3"/>
          <a:srcRect l="68830" t="39363" r="20020" b="39553"/>
          <a:stretch/>
        </p:blipFill>
        <p:spPr>
          <a:xfrm>
            <a:off x="937436" y="1368423"/>
            <a:ext cx="2534710" cy="2534710"/>
          </a:xfrm>
          <a:prstGeom prst="ellipse">
            <a:avLst/>
          </a:prstGeom>
        </p:spPr>
      </p:pic>
      <p:pic>
        <p:nvPicPr>
          <p:cNvPr id="105" name="图片 104"/>
          <p:cNvPicPr>
            <a:picLocks noChangeAspect="1"/>
          </p:cNvPicPr>
          <p:nvPr/>
        </p:nvPicPr>
        <p:blipFill rotWithShape="1">
          <a:blip r:embed="rId3"/>
          <a:srcRect l="68830" t="39363" r="20020" b="39553"/>
          <a:stretch/>
        </p:blipFill>
        <p:spPr>
          <a:xfrm>
            <a:off x="4828645" y="1368423"/>
            <a:ext cx="2534710" cy="2534710"/>
          </a:xfrm>
          <a:prstGeom prst="ellipse">
            <a:avLst/>
          </a:prstGeom>
        </p:spPr>
      </p:pic>
      <p:pic>
        <p:nvPicPr>
          <p:cNvPr id="106" name="图片 105"/>
          <p:cNvPicPr>
            <a:picLocks noChangeAspect="1"/>
          </p:cNvPicPr>
          <p:nvPr/>
        </p:nvPicPr>
        <p:blipFill rotWithShape="1">
          <a:blip r:embed="rId3"/>
          <a:srcRect l="68830" t="39363" r="20020" b="39553"/>
          <a:stretch/>
        </p:blipFill>
        <p:spPr>
          <a:xfrm>
            <a:off x="8719854" y="1368423"/>
            <a:ext cx="2534710" cy="2534710"/>
          </a:xfrm>
          <a:prstGeom prst="ellipse">
            <a:avLst/>
          </a:prstGeom>
        </p:spPr>
      </p:pic>
      <p:sp>
        <p:nvSpPr>
          <p:cNvPr id="107" name="矩形 106"/>
          <p:cNvSpPr/>
          <p:nvPr/>
        </p:nvSpPr>
        <p:spPr>
          <a:xfrm>
            <a:off x="1192767" y="405554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08" name="矩形 107"/>
          <p:cNvSpPr/>
          <p:nvPr/>
        </p:nvSpPr>
        <p:spPr>
          <a:xfrm>
            <a:off x="911225" y="4513448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09" name="矩形 108"/>
          <p:cNvSpPr/>
          <p:nvPr/>
        </p:nvSpPr>
        <p:spPr>
          <a:xfrm>
            <a:off x="5080338" y="405554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10" name="矩形 109"/>
          <p:cNvSpPr/>
          <p:nvPr/>
        </p:nvSpPr>
        <p:spPr>
          <a:xfrm>
            <a:off x="4798796" y="4513448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11" name="矩形 110"/>
          <p:cNvSpPr/>
          <p:nvPr/>
        </p:nvSpPr>
        <p:spPr>
          <a:xfrm>
            <a:off x="8967909" y="405554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12" name="矩形 111"/>
          <p:cNvSpPr/>
          <p:nvPr/>
        </p:nvSpPr>
        <p:spPr>
          <a:xfrm>
            <a:off x="8686367" y="4513448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13" name="Group 11"/>
          <p:cNvGrpSpPr>
            <a:grpSpLocks noChangeAspect="1"/>
          </p:cNvGrpSpPr>
          <p:nvPr/>
        </p:nvGrpSpPr>
        <p:grpSpPr bwMode="auto">
          <a:xfrm>
            <a:off x="5649892" y="2386500"/>
            <a:ext cx="907982" cy="644666"/>
            <a:chOff x="1407" y="1098"/>
            <a:chExt cx="800" cy="568"/>
          </a:xfrm>
          <a:solidFill>
            <a:schemeClr val="tx1"/>
          </a:solidFill>
        </p:grpSpPr>
        <p:sp>
          <p:nvSpPr>
            <p:cNvPr id="114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5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6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7" name="Freeform 15"/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8" name="Freeform 16"/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9" name="Freeform 17"/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0" name="Freeform 18"/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1" name="Freeform 19"/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122" name="Group 121"/>
          <p:cNvGrpSpPr>
            <a:grpSpLocks noChangeAspect="1"/>
          </p:cNvGrpSpPr>
          <p:nvPr/>
        </p:nvGrpSpPr>
        <p:grpSpPr bwMode="auto">
          <a:xfrm>
            <a:off x="1822608" y="2391040"/>
            <a:ext cx="754758" cy="642396"/>
            <a:chOff x="515" y="3088"/>
            <a:chExt cx="665" cy="566"/>
          </a:xfrm>
          <a:solidFill>
            <a:schemeClr val="tx1"/>
          </a:solidFill>
        </p:grpSpPr>
        <p:sp>
          <p:nvSpPr>
            <p:cNvPr id="123" name="Freeform 122"/>
            <p:cNvSpPr>
              <a:spLocks/>
            </p:cNvSpPr>
            <p:nvPr/>
          </p:nvSpPr>
          <p:spPr bwMode="auto">
            <a:xfrm>
              <a:off x="706" y="3550"/>
              <a:ext cx="283" cy="104"/>
            </a:xfrm>
            <a:custGeom>
              <a:avLst/>
              <a:gdLst>
                <a:gd name="T0" fmla="*/ 269 w 340"/>
                <a:gd name="T1" fmla="*/ 71 h 125"/>
                <a:gd name="T2" fmla="*/ 269 w 340"/>
                <a:gd name="T3" fmla="*/ 12 h 125"/>
                <a:gd name="T4" fmla="*/ 266 w 340"/>
                <a:gd name="T5" fmla="*/ 3 h 125"/>
                <a:gd name="T6" fmla="*/ 257 w 340"/>
                <a:gd name="T7" fmla="*/ 0 h 125"/>
                <a:gd name="T8" fmla="*/ 83 w 340"/>
                <a:gd name="T9" fmla="*/ 0 h 125"/>
                <a:gd name="T10" fmla="*/ 74 w 340"/>
                <a:gd name="T11" fmla="*/ 3 h 125"/>
                <a:gd name="T12" fmla="*/ 71 w 340"/>
                <a:gd name="T13" fmla="*/ 12 h 125"/>
                <a:gd name="T14" fmla="*/ 71 w 340"/>
                <a:gd name="T15" fmla="*/ 71 h 125"/>
                <a:gd name="T16" fmla="*/ 2 w 340"/>
                <a:gd name="T17" fmla="*/ 108 h 125"/>
                <a:gd name="T18" fmla="*/ 1 w 340"/>
                <a:gd name="T19" fmla="*/ 110 h 125"/>
                <a:gd name="T20" fmla="*/ 0 w 340"/>
                <a:gd name="T21" fmla="*/ 112 h 125"/>
                <a:gd name="T22" fmla="*/ 0 w 340"/>
                <a:gd name="T23" fmla="*/ 120 h 125"/>
                <a:gd name="T24" fmla="*/ 1 w 340"/>
                <a:gd name="T25" fmla="*/ 124 h 125"/>
                <a:gd name="T26" fmla="*/ 5 w 340"/>
                <a:gd name="T27" fmla="*/ 125 h 125"/>
                <a:gd name="T28" fmla="*/ 335 w 340"/>
                <a:gd name="T29" fmla="*/ 125 h 125"/>
                <a:gd name="T30" fmla="*/ 339 w 340"/>
                <a:gd name="T31" fmla="*/ 124 h 125"/>
                <a:gd name="T32" fmla="*/ 340 w 340"/>
                <a:gd name="T33" fmla="*/ 120 h 125"/>
                <a:gd name="T34" fmla="*/ 340 w 340"/>
                <a:gd name="T35" fmla="*/ 112 h 125"/>
                <a:gd name="T36" fmla="*/ 339 w 340"/>
                <a:gd name="T37" fmla="*/ 110 h 125"/>
                <a:gd name="T38" fmla="*/ 338 w 340"/>
                <a:gd name="T39" fmla="*/ 108 h 125"/>
                <a:gd name="T40" fmla="*/ 269 w 340"/>
                <a:gd name="T41" fmla="*/ 7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125">
                  <a:moveTo>
                    <a:pt x="269" y="71"/>
                  </a:moveTo>
                  <a:cubicBezTo>
                    <a:pt x="269" y="12"/>
                    <a:pt x="269" y="12"/>
                    <a:pt x="269" y="12"/>
                  </a:cubicBezTo>
                  <a:cubicBezTo>
                    <a:pt x="269" y="9"/>
                    <a:pt x="268" y="6"/>
                    <a:pt x="266" y="3"/>
                  </a:cubicBezTo>
                  <a:cubicBezTo>
                    <a:pt x="263" y="1"/>
                    <a:pt x="260" y="0"/>
                    <a:pt x="25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0" y="0"/>
                    <a:pt x="77" y="1"/>
                    <a:pt x="74" y="3"/>
                  </a:cubicBezTo>
                  <a:cubicBezTo>
                    <a:pt x="72" y="6"/>
                    <a:pt x="71" y="9"/>
                    <a:pt x="71" y="1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2" y="108"/>
                    <a:pt x="2" y="108"/>
                    <a:pt x="2" y="108"/>
                  </a:cubicBezTo>
                  <a:cubicBezTo>
                    <a:pt x="2" y="109"/>
                    <a:pt x="1" y="109"/>
                    <a:pt x="1" y="110"/>
                  </a:cubicBezTo>
                  <a:cubicBezTo>
                    <a:pt x="0" y="111"/>
                    <a:pt x="0" y="111"/>
                    <a:pt x="0" y="112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2"/>
                    <a:pt x="1" y="123"/>
                    <a:pt x="1" y="124"/>
                  </a:cubicBezTo>
                  <a:cubicBezTo>
                    <a:pt x="2" y="124"/>
                    <a:pt x="3" y="125"/>
                    <a:pt x="5" y="125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37" y="125"/>
                    <a:pt x="338" y="124"/>
                    <a:pt x="339" y="124"/>
                  </a:cubicBezTo>
                  <a:cubicBezTo>
                    <a:pt x="339" y="123"/>
                    <a:pt x="340" y="122"/>
                    <a:pt x="340" y="120"/>
                  </a:cubicBezTo>
                  <a:cubicBezTo>
                    <a:pt x="340" y="112"/>
                    <a:pt x="340" y="112"/>
                    <a:pt x="340" y="112"/>
                  </a:cubicBezTo>
                  <a:cubicBezTo>
                    <a:pt x="340" y="111"/>
                    <a:pt x="340" y="111"/>
                    <a:pt x="339" y="110"/>
                  </a:cubicBezTo>
                  <a:cubicBezTo>
                    <a:pt x="339" y="109"/>
                    <a:pt x="338" y="109"/>
                    <a:pt x="338" y="108"/>
                  </a:cubicBezTo>
                  <a:lnTo>
                    <a:pt x="26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4" name="Freeform 123"/>
            <p:cNvSpPr>
              <a:spLocks noEditPoints="1"/>
            </p:cNvSpPr>
            <p:nvPr/>
          </p:nvSpPr>
          <p:spPr bwMode="auto">
            <a:xfrm>
              <a:off x="515" y="3088"/>
              <a:ext cx="665" cy="449"/>
            </a:xfrm>
            <a:custGeom>
              <a:avLst/>
              <a:gdLst>
                <a:gd name="T0" fmla="*/ 791 w 800"/>
                <a:gd name="T1" fmla="*/ 9 h 539"/>
                <a:gd name="T2" fmla="*/ 770 w 800"/>
                <a:gd name="T3" fmla="*/ 0 h 539"/>
                <a:gd name="T4" fmla="*/ 30 w 800"/>
                <a:gd name="T5" fmla="*/ 0 h 539"/>
                <a:gd name="T6" fmla="*/ 9 w 800"/>
                <a:gd name="T7" fmla="*/ 9 h 539"/>
                <a:gd name="T8" fmla="*/ 0 w 800"/>
                <a:gd name="T9" fmla="*/ 30 h 539"/>
                <a:gd name="T10" fmla="*/ 0 w 800"/>
                <a:gd name="T11" fmla="*/ 509 h 539"/>
                <a:gd name="T12" fmla="*/ 9 w 800"/>
                <a:gd name="T13" fmla="*/ 530 h 539"/>
                <a:gd name="T14" fmla="*/ 30 w 800"/>
                <a:gd name="T15" fmla="*/ 539 h 539"/>
                <a:gd name="T16" fmla="*/ 770 w 800"/>
                <a:gd name="T17" fmla="*/ 539 h 539"/>
                <a:gd name="T18" fmla="*/ 791 w 800"/>
                <a:gd name="T19" fmla="*/ 530 h 539"/>
                <a:gd name="T20" fmla="*/ 800 w 800"/>
                <a:gd name="T21" fmla="*/ 509 h 539"/>
                <a:gd name="T22" fmla="*/ 800 w 800"/>
                <a:gd name="T23" fmla="*/ 30 h 539"/>
                <a:gd name="T24" fmla="*/ 791 w 800"/>
                <a:gd name="T25" fmla="*/ 9 h 539"/>
                <a:gd name="T26" fmla="*/ 400 w 800"/>
                <a:gd name="T27" fmla="*/ 526 h 539"/>
                <a:gd name="T28" fmla="*/ 387 w 800"/>
                <a:gd name="T29" fmla="*/ 513 h 539"/>
                <a:gd name="T30" fmla="*/ 400 w 800"/>
                <a:gd name="T31" fmla="*/ 500 h 539"/>
                <a:gd name="T32" fmla="*/ 413 w 800"/>
                <a:gd name="T33" fmla="*/ 513 h 539"/>
                <a:gd name="T34" fmla="*/ 400 w 800"/>
                <a:gd name="T35" fmla="*/ 526 h 539"/>
                <a:gd name="T36" fmla="*/ 748 w 800"/>
                <a:gd name="T37" fmla="*/ 487 h 539"/>
                <a:gd name="T38" fmla="*/ 52 w 800"/>
                <a:gd name="T39" fmla="*/ 487 h 539"/>
                <a:gd name="T40" fmla="*/ 52 w 800"/>
                <a:gd name="T41" fmla="*/ 52 h 539"/>
                <a:gd name="T42" fmla="*/ 748 w 800"/>
                <a:gd name="T43" fmla="*/ 52 h 539"/>
                <a:gd name="T44" fmla="*/ 748 w 800"/>
                <a:gd name="T45" fmla="*/ 487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0" h="539">
                  <a:moveTo>
                    <a:pt x="791" y="9"/>
                  </a:moveTo>
                  <a:cubicBezTo>
                    <a:pt x="785" y="3"/>
                    <a:pt x="778" y="0"/>
                    <a:pt x="77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0"/>
                    <a:pt x="15" y="3"/>
                    <a:pt x="9" y="9"/>
                  </a:cubicBezTo>
                  <a:cubicBezTo>
                    <a:pt x="3" y="15"/>
                    <a:pt x="0" y="23"/>
                    <a:pt x="0" y="3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0" y="517"/>
                    <a:pt x="3" y="525"/>
                    <a:pt x="9" y="530"/>
                  </a:cubicBezTo>
                  <a:cubicBezTo>
                    <a:pt x="15" y="536"/>
                    <a:pt x="22" y="539"/>
                    <a:pt x="30" y="539"/>
                  </a:cubicBezTo>
                  <a:cubicBezTo>
                    <a:pt x="770" y="539"/>
                    <a:pt x="770" y="539"/>
                    <a:pt x="770" y="539"/>
                  </a:cubicBezTo>
                  <a:cubicBezTo>
                    <a:pt x="778" y="539"/>
                    <a:pt x="785" y="536"/>
                    <a:pt x="791" y="530"/>
                  </a:cubicBezTo>
                  <a:cubicBezTo>
                    <a:pt x="797" y="525"/>
                    <a:pt x="800" y="517"/>
                    <a:pt x="800" y="509"/>
                  </a:cubicBezTo>
                  <a:cubicBezTo>
                    <a:pt x="800" y="30"/>
                    <a:pt x="800" y="30"/>
                    <a:pt x="800" y="30"/>
                  </a:cubicBezTo>
                  <a:cubicBezTo>
                    <a:pt x="800" y="23"/>
                    <a:pt x="797" y="15"/>
                    <a:pt x="791" y="9"/>
                  </a:cubicBezTo>
                  <a:close/>
                  <a:moveTo>
                    <a:pt x="400" y="526"/>
                  </a:moveTo>
                  <a:cubicBezTo>
                    <a:pt x="393" y="526"/>
                    <a:pt x="387" y="521"/>
                    <a:pt x="387" y="513"/>
                  </a:cubicBezTo>
                  <a:cubicBezTo>
                    <a:pt x="387" y="506"/>
                    <a:pt x="393" y="500"/>
                    <a:pt x="400" y="500"/>
                  </a:cubicBezTo>
                  <a:cubicBezTo>
                    <a:pt x="407" y="500"/>
                    <a:pt x="413" y="506"/>
                    <a:pt x="413" y="513"/>
                  </a:cubicBezTo>
                  <a:cubicBezTo>
                    <a:pt x="413" y="521"/>
                    <a:pt x="407" y="526"/>
                    <a:pt x="400" y="526"/>
                  </a:cubicBezTo>
                  <a:close/>
                  <a:moveTo>
                    <a:pt x="748" y="487"/>
                  </a:moveTo>
                  <a:cubicBezTo>
                    <a:pt x="52" y="487"/>
                    <a:pt x="52" y="487"/>
                    <a:pt x="52" y="487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48" y="52"/>
                    <a:pt x="748" y="52"/>
                    <a:pt x="748" y="52"/>
                  </a:cubicBezTo>
                  <a:lnTo>
                    <a:pt x="748" y="4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5" name="Freeform 124"/>
            <p:cNvSpPr>
              <a:spLocks/>
            </p:cNvSpPr>
            <p:nvPr/>
          </p:nvSpPr>
          <p:spPr bwMode="auto">
            <a:xfrm>
              <a:off x="646" y="3459"/>
              <a:ext cx="56" cy="9"/>
            </a:xfrm>
            <a:custGeom>
              <a:avLst/>
              <a:gdLst>
                <a:gd name="T0" fmla="*/ 6 w 67"/>
                <a:gd name="T1" fmla="*/ 0 h 11"/>
                <a:gd name="T2" fmla="*/ 2 w 67"/>
                <a:gd name="T3" fmla="*/ 2 h 11"/>
                <a:gd name="T4" fmla="*/ 0 w 67"/>
                <a:gd name="T5" fmla="*/ 6 h 11"/>
                <a:gd name="T6" fmla="*/ 0 w 67"/>
                <a:gd name="T7" fmla="*/ 11 h 11"/>
                <a:gd name="T8" fmla="*/ 67 w 67"/>
                <a:gd name="T9" fmla="*/ 11 h 11"/>
                <a:gd name="T10" fmla="*/ 67 w 67"/>
                <a:gd name="T11" fmla="*/ 6 h 11"/>
                <a:gd name="T12" fmla="*/ 65 w 67"/>
                <a:gd name="T13" fmla="*/ 2 h 11"/>
                <a:gd name="T14" fmla="*/ 61 w 67"/>
                <a:gd name="T15" fmla="*/ 0 h 11"/>
                <a:gd name="T16" fmla="*/ 6 w 6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1">
                  <a:moveTo>
                    <a:pt x="6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1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6" name="Freeform 125"/>
            <p:cNvSpPr>
              <a:spLocks/>
            </p:cNvSpPr>
            <p:nvPr/>
          </p:nvSpPr>
          <p:spPr bwMode="auto">
            <a:xfrm>
              <a:off x="715" y="3395"/>
              <a:ext cx="55" cy="73"/>
            </a:xfrm>
            <a:custGeom>
              <a:avLst/>
              <a:gdLst>
                <a:gd name="T0" fmla="*/ 6 w 67"/>
                <a:gd name="T1" fmla="*/ 0 h 88"/>
                <a:gd name="T2" fmla="*/ 2 w 67"/>
                <a:gd name="T3" fmla="*/ 1 h 88"/>
                <a:gd name="T4" fmla="*/ 0 w 67"/>
                <a:gd name="T5" fmla="*/ 6 h 88"/>
                <a:gd name="T6" fmla="*/ 0 w 67"/>
                <a:gd name="T7" fmla="*/ 88 h 88"/>
                <a:gd name="T8" fmla="*/ 67 w 67"/>
                <a:gd name="T9" fmla="*/ 88 h 88"/>
                <a:gd name="T10" fmla="*/ 67 w 67"/>
                <a:gd name="T11" fmla="*/ 6 h 88"/>
                <a:gd name="T12" fmla="*/ 65 w 67"/>
                <a:gd name="T13" fmla="*/ 1 h 88"/>
                <a:gd name="T14" fmla="*/ 61 w 67"/>
                <a:gd name="T15" fmla="*/ 0 h 88"/>
                <a:gd name="T16" fmla="*/ 6 w 67"/>
                <a:gd name="T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88">
                  <a:moveTo>
                    <a:pt x="6" y="0"/>
                  </a:move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7" name="Freeform 126"/>
            <p:cNvSpPr>
              <a:spLocks/>
            </p:cNvSpPr>
            <p:nvPr/>
          </p:nvSpPr>
          <p:spPr bwMode="auto">
            <a:xfrm>
              <a:off x="783" y="3368"/>
              <a:ext cx="55" cy="100"/>
            </a:xfrm>
            <a:custGeom>
              <a:avLst/>
              <a:gdLst>
                <a:gd name="T0" fmla="*/ 6 w 67"/>
                <a:gd name="T1" fmla="*/ 0 h 120"/>
                <a:gd name="T2" fmla="*/ 2 w 67"/>
                <a:gd name="T3" fmla="*/ 2 h 120"/>
                <a:gd name="T4" fmla="*/ 0 w 67"/>
                <a:gd name="T5" fmla="*/ 6 h 120"/>
                <a:gd name="T6" fmla="*/ 0 w 67"/>
                <a:gd name="T7" fmla="*/ 120 h 120"/>
                <a:gd name="T8" fmla="*/ 67 w 67"/>
                <a:gd name="T9" fmla="*/ 120 h 120"/>
                <a:gd name="T10" fmla="*/ 67 w 67"/>
                <a:gd name="T11" fmla="*/ 6 h 120"/>
                <a:gd name="T12" fmla="*/ 65 w 67"/>
                <a:gd name="T13" fmla="*/ 2 h 120"/>
                <a:gd name="T14" fmla="*/ 61 w 67"/>
                <a:gd name="T15" fmla="*/ 0 h 120"/>
                <a:gd name="T16" fmla="*/ 6 w 67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2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8" name="Freeform 127"/>
            <p:cNvSpPr>
              <a:spLocks/>
            </p:cNvSpPr>
            <p:nvPr/>
          </p:nvSpPr>
          <p:spPr bwMode="auto">
            <a:xfrm>
              <a:off x="851" y="3379"/>
              <a:ext cx="56" cy="89"/>
            </a:xfrm>
            <a:custGeom>
              <a:avLst/>
              <a:gdLst>
                <a:gd name="T0" fmla="*/ 6 w 67"/>
                <a:gd name="T1" fmla="*/ 0 h 107"/>
                <a:gd name="T2" fmla="*/ 2 w 67"/>
                <a:gd name="T3" fmla="*/ 2 h 107"/>
                <a:gd name="T4" fmla="*/ 0 w 67"/>
                <a:gd name="T5" fmla="*/ 6 h 107"/>
                <a:gd name="T6" fmla="*/ 0 w 67"/>
                <a:gd name="T7" fmla="*/ 107 h 107"/>
                <a:gd name="T8" fmla="*/ 67 w 67"/>
                <a:gd name="T9" fmla="*/ 107 h 107"/>
                <a:gd name="T10" fmla="*/ 67 w 67"/>
                <a:gd name="T11" fmla="*/ 6 h 107"/>
                <a:gd name="T12" fmla="*/ 65 w 67"/>
                <a:gd name="T13" fmla="*/ 2 h 107"/>
                <a:gd name="T14" fmla="*/ 61 w 67"/>
                <a:gd name="T15" fmla="*/ 0 h 107"/>
                <a:gd name="T16" fmla="*/ 6 w 67"/>
                <a:gd name="T1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07">
                  <a:moveTo>
                    <a:pt x="6" y="0"/>
                  </a:move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9" name="Freeform 128"/>
            <p:cNvSpPr>
              <a:spLocks/>
            </p:cNvSpPr>
            <p:nvPr/>
          </p:nvSpPr>
          <p:spPr bwMode="auto">
            <a:xfrm>
              <a:off x="919" y="3337"/>
              <a:ext cx="56" cy="131"/>
            </a:xfrm>
            <a:custGeom>
              <a:avLst/>
              <a:gdLst>
                <a:gd name="T0" fmla="*/ 6 w 67"/>
                <a:gd name="T1" fmla="*/ 0 h 158"/>
                <a:gd name="T2" fmla="*/ 2 w 67"/>
                <a:gd name="T3" fmla="*/ 1 h 158"/>
                <a:gd name="T4" fmla="*/ 0 w 67"/>
                <a:gd name="T5" fmla="*/ 6 h 158"/>
                <a:gd name="T6" fmla="*/ 0 w 67"/>
                <a:gd name="T7" fmla="*/ 158 h 158"/>
                <a:gd name="T8" fmla="*/ 67 w 67"/>
                <a:gd name="T9" fmla="*/ 158 h 158"/>
                <a:gd name="T10" fmla="*/ 67 w 67"/>
                <a:gd name="T11" fmla="*/ 6 h 158"/>
                <a:gd name="T12" fmla="*/ 65 w 67"/>
                <a:gd name="T13" fmla="*/ 1 h 158"/>
                <a:gd name="T14" fmla="*/ 61 w 67"/>
                <a:gd name="T15" fmla="*/ 0 h 158"/>
                <a:gd name="T16" fmla="*/ 6 w 67"/>
                <a:gd name="T1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5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0" name="Freeform 129"/>
            <p:cNvSpPr>
              <a:spLocks/>
            </p:cNvSpPr>
            <p:nvPr/>
          </p:nvSpPr>
          <p:spPr bwMode="auto">
            <a:xfrm>
              <a:off x="987" y="3284"/>
              <a:ext cx="56" cy="184"/>
            </a:xfrm>
            <a:custGeom>
              <a:avLst/>
              <a:gdLst>
                <a:gd name="T0" fmla="*/ 6 w 67"/>
                <a:gd name="T1" fmla="*/ 0 h 222"/>
                <a:gd name="T2" fmla="*/ 2 w 67"/>
                <a:gd name="T3" fmla="*/ 1 h 222"/>
                <a:gd name="T4" fmla="*/ 0 w 67"/>
                <a:gd name="T5" fmla="*/ 6 h 222"/>
                <a:gd name="T6" fmla="*/ 0 w 67"/>
                <a:gd name="T7" fmla="*/ 222 h 222"/>
                <a:gd name="T8" fmla="*/ 67 w 67"/>
                <a:gd name="T9" fmla="*/ 222 h 222"/>
                <a:gd name="T10" fmla="*/ 67 w 67"/>
                <a:gd name="T11" fmla="*/ 6 h 222"/>
                <a:gd name="T12" fmla="*/ 65 w 67"/>
                <a:gd name="T13" fmla="*/ 1 h 222"/>
                <a:gd name="T14" fmla="*/ 61 w 67"/>
                <a:gd name="T15" fmla="*/ 0 h 222"/>
                <a:gd name="T16" fmla="*/ 6 w 67"/>
                <a:gd name="T1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22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1" name="Freeform 130"/>
            <p:cNvSpPr>
              <a:spLocks/>
            </p:cNvSpPr>
            <p:nvPr/>
          </p:nvSpPr>
          <p:spPr bwMode="auto">
            <a:xfrm>
              <a:off x="610" y="3178"/>
              <a:ext cx="475" cy="289"/>
            </a:xfrm>
            <a:custGeom>
              <a:avLst/>
              <a:gdLst>
                <a:gd name="T0" fmla="*/ 572 w 572"/>
                <a:gd name="T1" fmla="*/ 7 h 347"/>
                <a:gd name="T2" fmla="*/ 571 w 572"/>
                <a:gd name="T3" fmla="*/ 2 h 347"/>
                <a:gd name="T4" fmla="*/ 567 w 572"/>
                <a:gd name="T5" fmla="*/ 1 h 347"/>
                <a:gd name="T6" fmla="*/ 500 w 572"/>
                <a:gd name="T7" fmla="*/ 20 h 347"/>
                <a:gd name="T8" fmla="*/ 497 w 572"/>
                <a:gd name="T9" fmla="*/ 23 h 347"/>
                <a:gd name="T10" fmla="*/ 498 w 572"/>
                <a:gd name="T11" fmla="*/ 27 h 347"/>
                <a:gd name="T12" fmla="*/ 506 w 572"/>
                <a:gd name="T13" fmla="*/ 37 h 347"/>
                <a:gd name="T14" fmla="*/ 302 w 572"/>
                <a:gd name="T15" fmla="*/ 196 h 347"/>
                <a:gd name="T16" fmla="*/ 190 w 572"/>
                <a:gd name="T17" fmla="*/ 148 h 347"/>
                <a:gd name="T18" fmla="*/ 2 w 572"/>
                <a:gd name="T19" fmla="*/ 327 h 347"/>
                <a:gd name="T20" fmla="*/ 0 w 572"/>
                <a:gd name="T21" fmla="*/ 331 h 347"/>
                <a:gd name="T22" fmla="*/ 2 w 572"/>
                <a:gd name="T23" fmla="*/ 336 h 347"/>
                <a:gd name="T24" fmla="*/ 10 w 572"/>
                <a:gd name="T25" fmla="*/ 345 h 347"/>
                <a:gd name="T26" fmla="*/ 15 w 572"/>
                <a:gd name="T27" fmla="*/ 347 h 347"/>
                <a:gd name="T28" fmla="*/ 19 w 572"/>
                <a:gd name="T29" fmla="*/ 345 h 347"/>
                <a:gd name="T30" fmla="*/ 195 w 572"/>
                <a:gd name="T31" fmla="*/ 178 h 347"/>
                <a:gd name="T32" fmla="*/ 306 w 572"/>
                <a:gd name="T33" fmla="*/ 225 h 347"/>
                <a:gd name="T34" fmla="*/ 521 w 572"/>
                <a:gd name="T35" fmla="*/ 57 h 347"/>
                <a:gd name="T36" fmla="*/ 529 w 572"/>
                <a:gd name="T37" fmla="*/ 68 h 347"/>
                <a:gd name="T38" fmla="*/ 533 w 572"/>
                <a:gd name="T39" fmla="*/ 69 h 347"/>
                <a:gd name="T40" fmla="*/ 536 w 572"/>
                <a:gd name="T41" fmla="*/ 67 h 347"/>
                <a:gd name="T42" fmla="*/ 572 w 572"/>
                <a:gd name="T43" fmla="*/ 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2" h="347">
                  <a:moveTo>
                    <a:pt x="572" y="7"/>
                  </a:moveTo>
                  <a:cubicBezTo>
                    <a:pt x="572" y="5"/>
                    <a:pt x="572" y="4"/>
                    <a:pt x="571" y="2"/>
                  </a:cubicBezTo>
                  <a:cubicBezTo>
                    <a:pt x="570" y="1"/>
                    <a:pt x="568" y="0"/>
                    <a:pt x="567" y="1"/>
                  </a:cubicBezTo>
                  <a:cubicBezTo>
                    <a:pt x="500" y="20"/>
                    <a:pt x="500" y="20"/>
                    <a:pt x="500" y="20"/>
                  </a:cubicBezTo>
                  <a:cubicBezTo>
                    <a:pt x="498" y="21"/>
                    <a:pt x="497" y="22"/>
                    <a:pt x="497" y="23"/>
                  </a:cubicBezTo>
                  <a:cubicBezTo>
                    <a:pt x="496" y="25"/>
                    <a:pt x="497" y="26"/>
                    <a:pt x="498" y="27"/>
                  </a:cubicBezTo>
                  <a:cubicBezTo>
                    <a:pt x="506" y="37"/>
                    <a:pt x="506" y="37"/>
                    <a:pt x="506" y="37"/>
                  </a:cubicBezTo>
                  <a:cubicBezTo>
                    <a:pt x="302" y="196"/>
                    <a:pt x="302" y="196"/>
                    <a:pt x="302" y="196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" y="327"/>
                    <a:pt x="2" y="327"/>
                    <a:pt x="2" y="327"/>
                  </a:cubicBezTo>
                  <a:cubicBezTo>
                    <a:pt x="1" y="328"/>
                    <a:pt x="0" y="329"/>
                    <a:pt x="0" y="331"/>
                  </a:cubicBezTo>
                  <a:cubicBezTo>
                    <a:pt x="0" y="333"/>
                    <a:pt x="0" y="334"/>
                    <a:pt x="2" y="33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1" y="346"/>
                    <a:pt x="13" y="347"/>
                    <a:pt x="15" y="347"/>
                  </a:cubicBezTo>
                  <a:cubicBezTo>
                    <a:pt x="16" y="347"/>
                    <a:pt x="18" y="346"/>
                    <a:pt x="19" y="345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306" y="225"/>
                    <a:pt x="306" y="225"/>
                    <a:pt x="306" y="225"/>
                  </a:cubicBezTo>
                  <a:cubicBezTo>
                    <a:pt x="521" y="57"/>
                    <a:pt x="521" y="57"/>
                    <a:pt x="521" y="57"/>
                  </a:cubicBezTo>
                  <a:cubicBezTo>
                    <a:pt x="529" y="68"/>
                    <a:pt x="529" y="68"/>
                    <a:pt x="529" y="68"/>
                  </a:cubicBezTo>
                  <a:cubicBezTo>
                    <a:pt x="530" y="69"/>
                    <a:pt x="531" y="69"/>
                    <a:pt x="533" y="69"/>
                  </a:cubicBezTo>
                  <a:cubicBezTo>
                    <a:pt x="534" y="69"/>
                    <a:pt x="535" y="68"/>
                    <a:pt x="536" y="67"/>
                  </a:cubicBezTo>
                  <a:lnTo>
                    <a:pt x="57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132" name="Group 32"/>
          <p:cNvGrpSpPr>
            <a:grpSpLocks noChangeAspect="1"/>
          </p:cNvGrpSpPr>
          <p:nvPr/>
        </p:nvGrpSpPr>
        <p:grpSpPr bwMode="auto">
          <a:xfrm>
            <a:off x="9565129" y="2329751"/>
            <a:ext cx="907980" cy="644666"/>
            <a:chOff x="4354" y="1098"/>
            <a:chExt cx="800" cy="568"/>
          </a:xfrm>
          <a:solidFill>
            <a:schemeClr val="tx1"/>
          </a:solidFill>
        </p:grpSpPr>
        <p:sp>
          <p:nvSpPr>
            <p:cNvPr id="133" name="Freeform 33"/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4" name="Freeform 34"/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 dirty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5" name="Freeform 35"/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6" name="Freeform 36"/>
            <p:cNvSpPr>
              <a:spLocks/>
            </p:cNvSpPr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7" name="Freeform 37"/>
            <p:cNvSpPr>
              <a:spLocks/>
            </p:cNvSpPr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8" name="Freeform 38"/>
            <p:cNvSpPr>
              <a:spLocks/>
            </p:cNvSpPr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2981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r>
              <a:rPr kumimoji="1" lang="zh-CN" altLang="en-US" dirty="0"/>
              <a:t> 论文结构</a:t>
            </a:r>
          </a:p>
        </p:txBody>
      </p:sp>
      <p:sp>
        <p:nvSpPr>
          <p:cNvPr id="3" name="矩形 2"/>
          <p:cNvSpPr/>
          <p:nvPr/>
        </p:nvSpPr>
        <p:spPr>
          <a:xfrm>
            <a:off x="4049174" y="1261144"/>
            <a:ext cx="29972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4" name="矩形 3"/>
          <p:cNvSpPr/>
          <p:nvPr/>
        </p:nvSpPr>
        <p:spPr>
          <a:xfrm>
            <a:off x="4049174" y="772510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5" name="矩形 4"/>
          <p:cNvSpPr/>
          <p:nvPr/>
        </p:nvSpPr>
        <p:spPr>
          <a:xfrm>
            <a:off x="4049174" y="1784364"/>
            <a:ext cx="5628226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76" name="组合 5"/>
          <p:cNvGrpSpPr/>
          <p:nvPr/>
        </p:nvGrpSpPr>
        <p:grpSpPr>
          <a:xfrm>
            <a:off x="3502597" y="4223476"/>
            <a:ext cx="2300757" cy="509896"/>
            <a:chOff x="888096" y="1000203"/>
            <a:chExt cx="4259825" cy="944066"/>
          </a:xfrm>
        </p:grpSpPr>
        <p:sp>
          <p:nvSpPr>
            <p:cNvPr id="77" name="矩形 76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78" name="椭圆 77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80" name="椭圆 79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81" name="椭圆 80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82" name="组合 11"/>
          <p:cNvGrpSpPr/>
          <p:nvPr/>
        </p:nvGrpSpPr>
        <p:grpSpPr>
          <a:xfrm>
            <a:off x="6116198" y="4223476"/>
            <a:ext cx="2300757" cy="509896"/>
            <a:chOff x="888096" y="1000203"/>
            <a:chExt cx="4259825" cy="944066"/>
          </a:xfrm>
        </p:grpSpPr>
        <p:sp>
          <p:nvSpPr>
            <p:cNvPr id="83" name="矩形 82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84" name="椭圆 83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85" name="椭圆 84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86" name="椭圆 85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87" name="椭圆 86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88" name="组合 17"/>
          <p:cNvGrpSpPr/>
          <p:nvPr/>
        </p:nvGrpSpPr>
        <p:grpSpPr>
          <a:xfrm>
            <a:off x="6116198" y="3302691"/>
            <a:ext cx="2300757" cy="509896"/>
            <a:chOff x="888096" y="1000203"/>
            <a:chExt cx="4259825" cy="944066"/>
          </a:xfrm>
        </p:grpSpPr>
        <p:sp>
          <p:nvSpPr>
            <p:cNvPr id="89" name="矩形 88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0" name="椭圆 89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1" name="椭圆 90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2" name="椭圆 91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3" name="椭圆 92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94" name="组合 23"/>
          <p:cNvGrpSpPr/>
          <p:nvPr/>
        </p:nvGrpSpPr>
        <p:grpSpPr>
          <a:xfrm>
            <a:off x="6116198" y="5145677"/>
            <a:ext cx="2300757" cy="509896"/>
            <a:chOff x="888096" y="1000203"/>
            <a:chExt cx="4259825" cy="944066"/>
          </a:xfrm>
        </p:grpSpPr>
        <p:sp>
          <p:nvSpPr>
            <p:cNvPr id="95" name="矩形 94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6" name="椭圆 95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7" name="椭圆 96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8" name="椭圆 97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9" name="椭圆 98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100" name="组合 29"/>
          <p:cNvGrpSpPr/>
          <p:nvPr/>
        </p:nvGrpSpPr>
        <p:grpSpPr>
          <a:xfrm>
            <a:off x="8700859" y="3766247"/>
            <a:ext cx="2300757" cy="509896"/>
            <a:chOff x="888096" y="1000203"/>
            <a:chExt cx="4259825" cy="944066"/>
          </a:xfrm>
        </p:grpSpPr>
        <p:sp>
          <p:nvSpPr>
            <p:cNvPr id="101" name="矩形 100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2" name="椭圆 101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3" name="椭圆 102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4" name="椭圆 103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5" name="椭圆 104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106" name="组合 35"/>
          <p:cNvGrpSpPr/>
          <p:nvPr/>
        </p:nvGrpSpPr>
        <p:grpSpPr>
          <a:xfrm>
            <a:off x="8700859" y="2845462"/>
            <a:ext cx="2300757" cy="509896"/>
            <a:chOff x="888096" y="1000203"/>
            <a:chExt cx="4259825" cy="944066"/>
          </a:xfrm>
        </p:grpSpPr>
        <p:sp>
          <p:nvSpPr>
            <p:cNvPr id="107" name="矩形 106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8" name="椭圆 107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1" name="椭圆 110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112" name="组合 53"/>
          <p:cNvGrpSpPr/>
          <p:nvPr/>
        </p:nvGrpSpPr>
        <p:grpSpPr>
          <a:xfrm>
            <a:off x="8695654" y="5607086"/>
            <a:ext cx="2300757" cy="509896"/>
            <a:chOff x="888096" y="1000203"/>
            <a:chExt cx="4259825" cy="944066"/>
          </a:xfrm>
        </p:grpSpPr>
        <p:sp>
          <p:nvSpPr>
            <p:cNvPr id="113" name="矩形 112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4" name="椭圆 113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5" name="椭圆 114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6" name="椭圆 115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7" name="椭圆 116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118" name="组合 59"/>
          <p:cNvGrpSpPr/>
          <p:nvPr/>
        </p:nvGrpSpPr>
        <p:grpSpPr>
          <a:xfrm>
            <a:off x="8695654" y="4686301"/>
            <a:ext cx="2300757" cy="509896"/>
            <a:chOff x="888096" y="1000203"/>
            <a:chExt cx="4259825" cy="944066"/>
          </a:xfrm>
        </p:grpSpPr>
        <p:sp>
          <p:nvSpPr>
            <p:cNvPr id="119" name="矩形 118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0" name="椭圆 119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1" name="椭圆 120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2" name="椭圆 121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3" name="椭圆 122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cxnSp>
        <p:nvCxnSpPr>
          <p:cNvPr id="124" name="直接连接符 66"/>
          <p:cNvCxnSpPr>
            <a:stCxn id="81" idx="3"/>
          </p:cNvCxnSpPr>
          <p:nvPr/>
        </p:nvCxnSpPr>
        <p:spPr>
          <a:xfrm>
            <a:off x="5783246" y="4483518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25" name="直接连接符 69"/>
          <p:cNvCxnSpPr/>
          <p:nvPr/>
        </p:nvCxnSpPr>
        <p:spPr>
          <a:xfrm>
            <a:off x="5950843" y="4483518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26" name="直接连接符 71"/>
          <p:cNvCxnSpPr/>
          <p:nvPr/>
        </p:nvCxnSpPr>
        <p:spPr>
          <a:xfrm>
            <a:off x="5950843" y="3559593"/>
            <a:ext cx="0" cy="184785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27" name="直接连接符 72"/>
          <p:cNvCxnSpPr/>
          <p:nvPr/>
        </p:nvCxnSpPr>
        <p:spPr>
          <a:xfrm>
            <a:off x="5950843" y="3559593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28" name="直接连接符 73"/>
          <p:cNvCxnSpPr/>
          <p:nvPr/>
        </p:nvCxnSpPr>
        <p:spPr>
          <a:xfrm>
            <a:off x="5950843" y="5407443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29" name="直接连接符 76"/>
          <p:cNvCxnSpPr/>
          <p:nvPr/>
        </p:nvCxnSpPr>
        <p:spPr>
          <a:xfrm>
            <a:off x="8523012" y="3116472"/>
            <a:ext cx="0" cy="923925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30" name="直接连接符 78"/>
          <p:cNvCxnSpPr/>
          <p:nvPr/>
        </p:nvCxnSpPr>
        <p:spPr>
          <a:xfrm>
            <a:off x="8523012" y="4040397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31" name="直接连接符 79"/>
          <p:cNvCxnSpPr/>
          <p:nvPr/>
        </p:nvCxnSpPr>
        <p:spPr>
          <a:xfrm>
            <a:off x="8523012" y="3116472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32" name="直接连接符 85"/>
          <p:cNvCxnSpPr/>
          <p:nvPr/>
        </p:nvCxnSpPr>
        <p:spPr>
          <a:xfrm>
            <a:off x="8523012" y="4935112"/>
            <a:ext cx="0" cy="923925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33" name="直接连接符 86"/>
          <p:cNvCxnSpPr/>
          <p:nvPr/>
        </p:nvCxnSpPr>
        <p:spPr>
          <a:xfrm>
            <a:off x="8523012" y="5859037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34" name="直接连接符 87"/>
          <p:cNvCxnSpPr/>
          <p:nvPr/>
        </p:nvCxnSpPr>
        <p:spPr>
          <a:xfrm>
            <a:off x="8523012" y="4935112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35" name="直接连接符 88"/>
          <p:cNvCxnSpPr/>
          <p:nvPr/>
        </p:nvCxnSpPr>
        <p:spPr>
          <a:xfrm>
            <a:off x="8396847" y="3568448"/>
            <a:ext cx="126165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36" name="直接连接符 90"/>
          <p:cNvCxnSpPr/>
          <p:nvPr/>
        </p:nvCxnSpPr>
        <p:spPr>
          <a:xfrm>
            <a:off x="8396847" y="5407443"/>
            <a:ext cx="126165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sp>
        <p:nvSpPr>
          <p:cNvPr id="137" name="矩形 136"/>
          <p:cNvSpPr/>
          <p:nvPr/>
        </p:nvSpPr>
        <p:spPr>
          <a:xfrm>
            <a:off x="3633504" y="430251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38" name="矩形 137"/>
          <p:cNvSpPr/>
          <p:nvPr/>
        </p:nvSpPr>
        <p:spPr>
          <a:xfrm>
            <a:off x="6247106" y="430251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39" name="矩形 138"/>
          <p:cNvSpPr/>
          <p:nvPr/>
        </p:nvSpPr>
        <p:spPr>
          <a:xfrm>
            <a:off x="6247106" y="338378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40" name="矩形 139"/>
          <p:cNvSpPr/>
          <p:nvPr/>
        </p:nvSpPr>
        <p:spPr>
          <a:xfrm>
            <a:off x="6247106" y="522277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41" name="矩形 140"/>
          <p:cNvSpPr/>
          <p:nvPr/>
        </p:nvSpPr>
        <p:spPr>
          <a:xfrm>
            <a:off x="8834912" y="384736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42" name="矩形 141"/>
          <p:cNvSpPr/>
          <p:nvPr/>
        </p:nvSpPr>
        <p:spPr>
          <a:xfrm>
            <a:off x="8834912" y="292862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43" name="矩形 142"/>
          <p:cNvSpPr/>
          <p:nvPr/>
        </p:nvSpPr>
        <p:spPr>
          <a:xfrm>
            <a:off x="8834912" y="5674371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44" name="矩形 143"/>
          <p:cNvSpPr/>
          <p:nvPr/>
        </p:nvSpPr>
        <p:spPr>
          <a:xfrm>
            <a:off x="8834912" y="475563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63066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研究方法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THREE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740049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THREE</a:t>
            </a:r>
            <a:r>
              <a:rPr kumimoji="1" lang="zh-CN" altLang="en-US" dirty="0"/>
              <a:t> 研究方法</a:t>
            </a:r>
          </a:p>
        </p:txBody>
      </p:sp>
      <p:graphicFrame>
        <p:nvGraphicFramePr>
          <p:cNvPr id="44" name="表格 43"/>
          <p:cNvGraphicFramePr>
            <a:graphicFrameLocks noGrp="1"/>
          </p:cNvGraphicFramePr>
          <p:nvPr>
            <p:extLst/>
          </p:nvPr>
        </p:nvGraphicFramePr>
        <p:xfrm>
          <a:off x="911225" y="846666"/>
          <a:ext cx="6924675" cy="3794872"/>
        </p:xfrm>
        <a:graphic>
          <a:graphicData uri="http://schemas.openxmlformats.org/drawingml/2006/table">
            <a:tbl>
              <a:tblPr firstRow="1" bandRow="1"/>
              <a:tblGrid>
                <a:gridCol w="1384935">
                  <a:extLst>
                    <a:ext uri="{9D8B030D-6E8A-4147-A177-3AD203B41FA5}">
                      <a16:colId xmlns:a16="http://schemas.microsoft.com/office/drawing/2014/main" val="14830518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1306310516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764643663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395337221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3835576740"/>
                    </a:ext>
                  </a:extLst>
                </a:gridCol>
              </a:tblGrid>
              <a:tr h="13567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566470"/>
                  </a:ext>
                </a:extLst>
              </a:tr>
              <a:tr h="6095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l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475679"/>
                  </a:ext>
                </a:extLst>
              </a:tr>
              <a:tr h="6095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marL="0" marR="0" indent="0" algn="l" defTabSz="1162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Segoe UI Light" pitchFamily="34" charset="0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837829"/>
                  </a:ext>
                </a:extLst>
              </a:tr>
              <a:tr h="6095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marL="0" marR="0" indent="0" algn="l" defTabSz="1162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Segoe UI Light" pitchFamily="34" charset="0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16858"/>
                  </a:ext>
                </a:extLst>
              </a:tr>
              <a:tr h="6095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marL="0" marR="0" indent="0" algn="l" defTabSz="1162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Segoe UI Light" pitchFamily="34" charset="0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081677"/>
                  </a:ext>
                </a:extLst>
              </a:tr>
            </a:tbl>
          </a:graphicData>
        </a:graphic>
      </p:graphicFrame>
      <p:grpSp>
        <p:nvGrpSpPr>
          <p:cNvPr id="3" name="组 2"/>
          <p:cNvGrpSpPr/>
          <p:nvPr/>
        </p:nvGrpSpPr>
        <p:grpSpPr>
          <a:xfrm>
            <a:off x="910794" y="4967546"/>
            <a:ext cx="2300757" cy="509896"/>
            <a:chOff x="910794" y="4967546"/>
            <a:chExt cx="2300757" cy="509896"/>
          </a:xfrm>
        </p:grpSpPr>
        <p:grpSp>
          <p:nvGrpSpPr>
            <p:cNvPr id="45" name="组合 10"/>
            <p:cNvGrpSpPr/>
            <p:nvPr/>
          </p:nvGrpSpPr>
          <p:grpSpPr>
            <a:xfrm>
              <a:off x="910794" y="4967546"/>
              <a:ext cx="2300757" cy="509896"/>
              <a:chOff x="888096" y="1000203"/>
              <a:chExt cx="4259825" cy="944066"/>
            </a:xfrm>
          </p:grpSpPr>
          <p:sp>
            <p:nvSpPr>
              <p:cNvPr id="46" name="矩形 45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51" name="矩形 50"/>
            <p:cNvSpPr/>
            <p:nvPr/>
          </p:nvSpPr>
          <p:spPr>
            <a:xfrm>
              <a:off x="1041701" y="5042922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52" name="矩形 51"/>
          <p:cNvSpPr/>
          <p:nvPr/>
        </p:nvSpPr>
        <p:spPr>
          <a:xfrm>
            <a:off x="959621" y="5519630"/>
            <a:ext cx="6876279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</p:spTree>
    <p:extLst>
      <p:ext uri="{BB962C8B-B14F-4D97-AF65-F5344CB8AC3E}">
        <p14:creationId xmlns:p14="http://schemas.microsoft.com/office/powerpoint/2010/main" val="185872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图表 11"/>
          <p:cNvGraphicFramePr/>
          <p:nvPr>
            <p:extLst/>
          </p:nvPr>
        </p:nvGraphicFramePr>
        <p:xfrm>
          <a:off x="4361418" y="1990592"/>
          <a:ext cx="7260884" cy="3555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THREE</a:t>
            </a:r>
            <a:r>
              <a:rPr kumimoji="1" lang="zh-CN" altLang="en-US" dirty="0"/>
              <a:t> 研究方法</a:t>
            </a:r>
          </a:p>
        </p:txBody>
      </p:sp>
      <p:grpSp>
        <p:nvGrpSpPr>
          <p:cNvPr id="3" name="组 2"/>
          <p:cNvGrpSpPr/>
          <p:nvPr/>
        </p:nvGrpSpPr>
        <p:grpSpPr>
          <a:xfrm>
            <a:off x="4504894" y="769106"/>
            <a:ext cx="2300757" cy="509896"/>
            <a:chOff x="910794" y="4967546"/>
            <a:chExt cx="2300757" cy="509896"/>
          </a:xfrm>
        </p:grpSpPr>
        <p:grpSp>
          <p:nvGrpSpPr>
            <p:cNvPr id="4" name="组合 10"/>
            <p:cNvGrpSpPr/>
            <p:nvPr/>
          </p:nvGrpSpPr>
          <p:grpSpPr>
            <a:xfrm>
              <a:off x="910794" y="4967546"/>
              <a:ext cx="2300757" cy="509896"/>
              <a:chOff x="888096" y="1000203"/>
              <a:chExt cx="4259825" cy="944066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5" name="矩形 4"/>
            <p:cNvSpPr/>
            <p:nvPr/>
          </p:nvSpPr>
          <p:spPr>
            <a:xfrm>
              <a:off x="1041701" y="5042922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1" name="矩形 10"/>
          <p:cNvSpPr/>
          <p:nvPr/>
        </p:nvSpPr>
        <p:spPr>
          <a:xfrm>
            <a:off x="4553721" y="1321190"/>
            <a:ext cx="6876279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</p:spTree>
    <p:extLst>
      <p:ext uri="{BB962C8B-B14F-4D97-AF65-F5344CB8AC3E}">
        <p14:creationId xmlns:p14="http://schemas.microsoft.com/office/powerpoint/2010/main" val="154834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THREE</a:t>
            </a:r>
            <a:r>
              <a:rPr kumimoji="1" lang="zh-CN" altLang="en-US" dirty="0"/>
              <a:t> 研究方法</a:t>
            </a:r>
          </a:p>
        </p:txBody>
      </p:sp>
      <p:grpSp>
        <p:nvGrpSpPr>
          <p:cNvPr id="3" name="组 2"/>
          <p:cNvGrpSpPr/>
          <p:nvPr/>
        </p:nvGrpSpPr>
        <p:grpSpPr>
          <a:xfrm>
            <a:off x="974294" y="934206"/>
            <a:ext cx="2300757" cy="509896"/>
            <a:chOff x="910794" y="4967546"/>
            <a:chExt cx="2300757" cy="509896"/>
          </a:xfrm>
        </p:grpSpPr>
        <p:grpSp>
          <p:nvGrpSpPr>
            <p:cNvPr id="4" name="组合 10"/>
            <p:cNvGrpSpPr/>
            <p:nvPr/>
          </p:nvGrpSpPr>
          <p:grpSpPr>
            <a:xfrm>
              <a:off x="910794" y="4967546"/>
              <a:ext cx="2300757" cy="509896"/>
              <a:chOff x="888096" y="1000203"/>
              <a:chExt cx="4259825" cy="944066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5" name="矩形 4"/>
            <p:cNvSpPr/>
            <p:nvPr/>
          </p:nvSpPr>
          <p:spPr>
            <a:xfrm>
              <a:off x="1041701" y="5042922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1" name="矩形 10"/>
          <p:cNvSpPr/>
          <p:nvPr/>
        </p:nvSpPr>
        <p:spPr>
          <a:xfrm>
            <a:off x="1023121" y="1486290"/>
            <a:ext cx="6876279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aphicFrame>
        <p:nvGraphicFramePr>
          <p:cNvPr id="13" name="图表 12"/>
          <p:cNvGraphicFramePr/>
          <p:nvPr>
            <p:extLst/>
          </p:nvPr>
        </p:nvGraphicFramePr>
        <p:xfrm>
          <a:off x="974294" y="2306442"/>
          <a:ext cx="6925106" cy="3580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5575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分析讨论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FOUR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138377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FOUR</a:t>
            </a:r>
            <a:r>
              <a:rPr kumimoji="1" lang="zh-CN" altLang="en-US" dirty="0"/>
              <a:t> 分析讨论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/>
          <a:srcRect l="20853" r="22499"/>
          <a:stretch/>
        </p:blipFill>
        <p:spPr>
          <a:xfrm>
            <a:off x="911225" y="1500798"/>
            <a:ext cx="3316750" cy="3293452"/>
          </a:xfrm>
          <a:prstGeom prst="rect">
            <a:avLst/>
          </a:prstGeom>
        </p:spPr>
      </p:pic>
      <p:grpSp>
        <p:nvGrpSpPr>
          <p:cNvPr id="14" name="组 13"/>
          <p:cNvGrpSpPr/>
          <p:nvPr/>
        </p:nvGrpSpPr>
        <p:grpSpPr>
          <a:xfrm>
            <a:off x="923717" y="893683"/>
            <a:ext cx="2300757" cy="509896"/>
            <a:chOff x="923717" y="715883"/>
            <a:chExt cx="2300757" cy="509896"/>
          </a:xfrm>
        </p:grpSpPr>
        <p:grpSp>
          <p:nvGrpSpPr>
            <p:cNvPr id="15" name="组合 16"/>
            <p:cNvGrpSpPr/>
            <p:nvPr/>
          </p:nvGrpSpPr>
          <p:grpSpPr>
            <a:xfrm>
              <a:off x="923717" y="715883"/>
              <a:ext cx="2300757" cy="509896"/>
              <a:chOff x="888096" y="1000203"/>
              <a:chExt cx="4259825" cy="944066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16" name="矩形 15"/>
            <p:cNvSpPr/>
            <p:nvPr/>
          </p:nvSpPr>
          <p:spPr>
            <a:xfrm>
              <a:off x="1001873" y="79125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prstClr val="black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22" name="矩形 21"/>
          <p:cNvSpPr/>
          <p:nvPr/>
        </p:nvSpPr>
        <p:spPr>
          <a:xfrm>
            <a:off x="911226" y="4891385"/>
            <a:ext cx="3316750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3"/>
          <a:srcRect l="20853" r="22499"/>
          <a:stretch/>
        </p:blipFill>
        <p:spPr>
          <a:xfrm>
            <a:off x="4473180" y="1500798"/>
            <a:ext cx="3316750" cy="3293452"/>
          </a:xfrm>
          <a:prstGeom prst="rect">
            <a:avLst/>
          </a:prstGeom>
        </p:spPr>
      </p:pic>
      <p:grpSp>
        <p:nvGrpSpPr>
          <p:cNvPr id="26" name="组 25"/>
          <p:cNvGrpSpPr/>
          <p:nvPr/>
        </p:nvGrpSpPr>
        <p:grpSpPr>
          <a:xfrm>
            <a:off x="4485672" y="893683"/>
            <a:ext cx="2300757" cy="509896"/>
            <a:chOff x="923717" y="715883"/>
            <a:chExt cx="2300757" cy="509896"/>
          </a:xfrm>
        </p:grpSpPr>
        <p:grpSp>
          <p:nvGrpSpPr>
            <p:cNvPr id="28" name="组合 16"/>
            <p:cNvGrpSpPr/>
            <p:nvPr/>
          </p:nvGrpSpPr>
          <p:grpSpPr>
            <a:xfrm>
              <a:off x="923717" y="715883"/>
              <a:ext cx="2300757" cy="509896"/>
              <a:chOff x="888096" y="1000203"/>
              <a:chExt cx="4259825" cy="944066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29" name="矩形 28"/>
            <p:cNvSpPr/>
            <p:nvPr/>
          </p:nvSpPr>
          <p:spPr>
            <a:xfrm>
              <a:off x="1001873" y="79125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prstClr val="black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27" name="矩形 26"/>
          <p:cNvSpPr/>
          <p:nvPr/>
        </p:nvSpPr>
        <p:spPr>
          <a:xfrm>
            <a:off x="4473181" y="4891385"/>
            <a:ext cx="3316750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3"/>
          <a:srcRect l="20853" r="22499"/>
          <a:stretch/>
        </p:blipFill>
        <p:spPr>
          <a:xfrm>
            <a:off x="8035136" y="1500798"/>
            <a:ext cx="3316750" cy="3293452"/>
          </a:xfrm>
          <a:prstGeom prst="rect">
            <a:avLst/>
          </a:prstGeom>
        </p:spPr>
      </p:pic>
      <p:grpSp>
        <p:nvGrpSpPr>
          <p:cNvPr id="37" name="组 36"/>
          <p:cNvGrpSpPr/>
          <p:nvPr/>
        </p:nvGrpSpPr>
        <p:grpSpPr>
          <a:xfrm>
            <a:off x="8047628" y="893683"/>
            <a:ext cx="2300757" cy="509896"/>
            <a:chOff x="923717" y="715883"/>
            <a:chExt cx="2300757" cy="509896"/>
          </a:xfrm>
        </p:grpSpPr>
        <p:grpSp>
          <p:nvGrpSpPr>
            <p:cNvPr id="39" name="组合 16"/>
            <p:cNvGrpSpPr/>
            <p:nvPr/>
          </p:nvGrpSpPr>
          <p:grpSpPr>
            <a:xfrm>
              <a:off x="923717" y="715883"/>
              <a:ext cx="2300757" cy="509896"/>
              <a:chOff x="888096" y="1000203"/>
              <a:chExt cx="4259825" cy="944066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40" name="矩形 39"/>
            <p:cNvSpPr/>
            <p:nvPr/>
          </p:nvSpPr>
          <p:spPr>
            <a:xfrm>
              <a:off x="1001873" y="79125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prstClr val="black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38" name="矩形 37"/>
          <p:cNvSpPr/>
          <p:nvPr/>
        </p:nvSpPr>
        <p:spPr>
          <a:xfrm>
            <a:off x="8035137" y="4891385"/>
            <a:ext cx="3316750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</p:spTree>
    <p:extLst>
      <p:ext uri="{BB962C8B-B14F-4D97-AF65-F5344CB8AC3E}">
        <p14:creationId xmlns:p14="http://schemas.microsoft.com/office/powerpoint/2010/main" val="2118421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FOUR</a:t>
            </a:r>
            <a:r>
              <a:rPr kumimoji="1" lang="zh-CN" altLang="en-US" dirty="0"/>
              <a:t> 分析讨论</a:t>
            </a:r>
          </a:p>
        </p:txBody>
      </p:sp>
      <p:sp>
        <p:nvSpPr>
          <p:cNvPr id="75" name="矩形 74"/>
          <p:cNvSpPr/>
          <p:nvPr/>
        </p:nvSpPr>
        <p:spPr>
          <a:xfrm>
            <a:off x="1289519" y="3000626"/>
            <a:ext cx="1886434" cy="12357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237656" y="2631294"/>
            <a:ext cx="1990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82" name="矩形 81"/>
          <p:cNvSpPr/>
          <p:nvPr/>
        </p:nvSpPr>
        <p:spPr>
          <a:xfrm>
            <a:off x="1217074" y="233932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84" name="矩形 83"/>
          <p:cNvSpPr/>
          <p:nvPr/>
        </p:nvSpPr>
        <p:spPr>
          <a:xfrm>
            <a:off x="3603371" y="3000626"/>
            <a:ext cx="1886434" cy="123573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3551508" y="2631294"/>
            <a:ext cx="1990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86" name="矩形 85"/>
          <p:cNvSpPr/>
          <p:nvPr/>
        </p:nvSpPr>
        <p:spPr>
          <a:xfrm>
            <a:off x="3530926" y="233932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88" name="矩形 87"/>
          <p:cNvSpPr/>
          <p:nvPr/>
        </p:nvSpPr>
        <p:spPr>
          <a:xfrm>
            <a:off x="5917223" y="3000626"/>
            <a:ext cx="1886434" cy="123573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865360" y="2631294"/>
            <a:ext cx="1990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90" name="矩形 89"/>
          <p:cNvSpPr/>
          <p:nvPr/>
        </p:nvSpPr>
        <p:spPr>
          <a:xfrm>
            <a:off x="5844778" y="233932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91" name="矩形 90"/>
          <p:cNvSpPr/>
          <p:nvPr/>
        </p:nvSpPr>
        <p:spPr>
          <a:xfrm>
            <a:off x="1310101" y="4410326"/>
            <a:ext cx="1886434" cy="123573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1258238" y="4040994"/>
            <a:ext cx="1990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93" name="矩形 92"/>
          <p:cNvSpPr/>
          <p:nvPr/>
        </p:nvSpPr>
        <p:spPr>
          <a:xfrm>
            <a:off x="1237656" y="374902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94" name="矩形 93"/>
          <p:cNvSpPr/>
          <p:nvPr/>
        </p:nvSpPr>
        <p:spPr>
          <a:xfrm>
            <a:off x="3623953" y="4410326"/>
            <a:ext cx="1886434" cy="123573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3572090" y="4040994"/>
            <a:ext cx="1990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96" name="矩形 95"/>
          <p:cNvSpPr/>
          <p:nvPr/>
        </p:nvSpPr>
        <p:spPr>
          <a:xfrm>
            <a:off x="3551508" y="374902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97" name="矩形 96"/>
          <p:cNvSpPr/>
          <p:nvPr/>
        </p:nvSpPr>
        <p:spPr>
          <a:xfrm>
            <a:off x="5937805" y="4410326"/>
            <a:ext cx="1886434" cy="123573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5885942" y="4040994"/>
            <a:ext cx="1990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99" name="矩形 98"/>
          <p:cNvSpPr/>
          <p:nvPr/>
        </p:nvSpPr>
        <p:spPr>
          <a:xfrm>
            <a:off x="5865360" y="374902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1520223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主要结论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FIVE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277217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图片 79"/>
          <p:cNvPicPr>
            <a:picLocks noChangeAspect="1"/>
          </p:cNvPicPr>
          <p:nvPr/>
        </p:nvPicPr>
        <p:blipFill rotWithShape="1">
          <a:blip r:embed="rId3"/>
          <a:srcRect l="48897"/>
          <a:stretch/>
        </p:blipFill>
        <p:spPr>
          <a:xfrm>
            <a:off x="0" y="356349"/>
            <a:ext cx="3137336" cy="6145301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FIVE</a:t>
            </a:r>
            <a:r>
              <a:rPr kumimoji="1" lang="zh-CN" altLang="en-US" dirty="0"/>
              <a:t> 主要结论</a:t>
            </a:r>
          </a:p>
        </p:txBody>
      </p:sp>
      <p:grpSp>
        <p:nvGrpSpPr>
          <p:cNvPr id="81" name="组合 76"/>
          <p:cNvGrpSpPr/>
          <p:nvPr/>
        </p:nvGrpSpPr>
        <p:grpSpPr>
          <a:xfrm>
            <a:off x="-25400" y="646062"/>
            <a:ext cx="4494766" cy="5563200"/>
            <a:chOff x="-25400" y="646062"/>
            <a:chExt cx="4494766" cy="5563200"/>
          </a:xfrm>
        </p:grpSpPr>
        <p:grpSp>
          <p:nvGrpSpPr>
            <p:cNvPr id="82" name="组合 11"/>
            <p:cNvGrpSpPr/>
            <p:nvPr/>
          </p:nvGrpSpPr>
          <p:grpSpPr>
            <a:xfrm>
              <a:off x="-25400" y="702733"/>
              <a:ext cx="4470400" cy="2751667"/>
              <a:chOff x="-25400" y="702733"/>
              <a:chExt cx="4470400" cy="2751667"/>
            </a:xfrm>
          </p:grpSpPr>
          <p:sp>
            <p:nvSpPr>
              <p:cNvPr id="93" name="任意多边形 8"/>
              <p:cNvSpPr/>
              <p:nvPr/>
            </p:nvSpPr>
            <p:spPr>
              <a:xfrm>
                <a:off x="-8467" y="702733"/>
                <a:ext cx="4453467" cy="2743200"/>
              </a:xfrm>
              <a:custGeom>
                <a:avLst/>
                <a:gdLst>
                  <a:gd name="connsiteX0" fmla="*/ 0 w 4453467"/>
                  <a:gd name="connsiteY0" fmla="*/ 2743200 h 2743200"/>
                  <a:gd name="connsiteX1" fmla="*/ 1837267 w 4453467"/>
                  <a:gd name="connsiteY1" fmla="*/ 0 h 2743200"/>
                  <a:gd name="connsiteX2" fmla="*/ 4453467 w 4453467"/>
                  <a:gd name="connsiteY2" fmla="*/ 0 h 2743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53467" h="2743200">
                    <a:moveTo>
                      <a:pt x="0" y="2743200"/>
                    </a:moveTo>
                    <a:lnTo>
                      <a:pt x="1837267" y="0"/>
                    </a:lnTo>
                    <a:lnTo>
                      <a:pt x="4453467" y="0"/>
                    </a:lnTo>
                  </a:path>
                </a:pathLst>
              </a:cu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94" name="任意多边形 9"/>
              <p:cNvSpPr/>
              <p:nvPr/>
            </p:nvSpPr>
            <p:spPr>
              <a:xfrm>
                <a:off x="-25400" y="1786467"/>
                <a:ext cx="4445000" cy="1659466"/>
              </a:xfrm>
              <a:custGeom>
                <a:avLst/>
                <a:gdLst>
                  <a:gd name="connsiteX0" fmla="*/ 0 w 4445000"/>
                  <a:gd name="connsiteY0" fmla="*/ 1659466 h 1659466"/>
                  <a:gd name="connsiteX1" fmla="*/ 2472267 w 4445000"/>
                  <a:gd name="connsiteY1" fmla="*/ 0 h 1659466"/>
                  <a:gd name="connsiteX2" fmla="*/ 4445000 w 4445000"/>
                  <a:gd name="connsiteY2" fmla="*/ 0 h 1659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45000" h="1659466">
                    <a:moveTo>
                      <a:pt x="0" y="1659466"/>
                    </a:moveTo>
                    <a:lnTo>
                      <a:pt x="2472267" y="0"/>
                    </a:lnTo>
                    <a:lnTo>
                      <a:pt x="4445000" y="0"/>
                    </a:lnTo>
                  </a:path>
                </a:pathLst>
              </a:cu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95" name="任意多边形 10"/>
              <p:cNvSpPr/>
              <p:nvPr/>
            </p:nvSpPr>
            <p:spPr>
              <a:xfrm>
                <a:off x="-25400" y="2861733"/>
                <a:ext cx="4394200" cy="592667"/>
              </a:xfrm>
              <a:custGeom>
                <a:avLst/>
                <a:gdLst>
                  <a:gd name="connsiteX0" fmla="*/ 0 w 4394200"/>
                  <a:gd name="connsiteY0" fmla="*/ 592667 h 592667"/>
                  <a:gd name="connsiteX1" fmla="*/ 2912533 w 4394200"/>
                  <a:gd name="connsiteY1" fmla="*/ 0 h 592667"/>
                  <a:gd name="connsiteX2" fmla="*/ 4394200 w 4394200"/>
                  <a:gd name="connsiteY2" fmla="*/ 0 h 592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94200" h="592667">
                    <a:moveTo>
                      <a:pt x="0" y="592667"/>
                    </a:moveTo>
                    <a:lnTo>
                      <a:pt x="2912533" y="0"/>
                    </a:lnTo>
                    <a:lnTo>
                      <a:pt x="4394200" y="0"/>
                    </a:lnTo>
                  </a:path>
                </a:pathLst>
              </a:cu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grpSp>
          <p:nvGrpSpPr>
            <p:cNvPr id="83" name="组合 12"/>
            <p:cNvGrpSpPr/>
            <p:nvPr/>
          </p:nvGrpSpPr>
          <p:grpSpPr>
            <a:xfrm flipV="1">
              <a:off x="-25400" y="3403598"/>
              <a:ext cx="4470400" cy="2751667"/>
              <a:chOff x="-25400" y="702733"/>
              <a:chExt cx="4470400" cy="2751667"/>
            </a:xfrm>
          </p:grpSpPr>
          <p:sp>
            <p:nvSpPr>
              <p:cNvPr id="90" name="任意多边形 13"/>
              <p:cNvSpPr/>
              <p:nvPr/>
            </p:nvSpPr>
            <p:spPr>
              <a:xfrm>
                <a:off x="-8467" y="702733"/>
                <a:ext cx="4453467" cy="2743200"/>
              </a:xfrm>
              <a:custGeom>
                <a:avLst/>
                <a:gdLst>
                  <a:gd name="connsiteX0" fmla="*/ 0 w 4453467"/>
                  <a:gd name="connsiteY0" fmla="*/ 2743200 h 2743200"/>
                  <a:gd name="connsiteX1" fmla="*/ 1837267 w 4453467"/>
                  <a:gd name="connsiteY1" fmla="*/ 0 h 2743200"/>
                  <a:gd name="connsiteX2" fmla="*/ 4453467 w 4453467"/>
                  <a:gd name="connsiteY2" fmla="*/ 0 h 2743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53467" h="2743200">
                    <a:moveTo>
                      <a:pt x="0" y="2743200"/>
                    </a:moveTo>
                    <a:lnTo>
                      <a:pt x="1837267" y="0"/>
                    </a:lnTo>
                    <a:lnTo>
                      <a:pt x="4453467" y="0"/>
                    </a:lnTo>
                  </a:path>
                </a:pathLst>
              </a:cu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91" name="任意多边形 14"/>
              <p:cNvSpPr/>
              <p:nvPr/>
            </p:nvSpPr>
            <p:spPr>
              <a:xfrm>
                <a:off x="-25400" y="1786467"/>
                <a:ext cx="4445000" cy="1659466"/>
              </a:xfrm>
              <a:custGeom>
                <a:avLst/>
                <a:gdLst>
                  <a:gd name="connsiteX0" fmla="*/ 0 w 4445000"/>
                  <a:gd name="connsiteY0" fmla="*/ 1659466 h 1659466"/>
                  <a:gd name="connsiteX1" fmla="*/ 2472267 w 4445000"/>
                  <a:gd name="connsiteY1" fmla="*/ 0 h 1659466"/>
                  <a:gd name="connsiteX2" fmla="*/ 4445000 w 4445000"/>
                  <a:gd name="connsiteY2" fmla="*/ 0 h 1659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45000" h="1659466">
                    <a:moveTo>
                      <a:pt x="0" y="1659466"/>
                    </a:moveTo>
                    <a:lnTo>
                      <a:pt x="2472267" y="0"/>
                    </a:lnTo>
                    <a:lnTo>
                      <a:pt x="4445000" y="0"/>
                    </a:lnTo>
                  </a:path>
                </a:pathLst>
              </a:cu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92" name="任意多边形 15"/>
              <p:cNvSpPr/>
              <p:nvPr/>
            </p:nvSpPr>
            <p:spPr>
              <a:xfrm>
                <a:off x="-25400" y="2861733"/>
                <a:ext cx="4394200" cy="592667"/>
              </a:xfrm>
              <a:custGeom>
                <a:avLst/>
                <a:gdLst>
                  <a:gd name="connsiteX0" fmla="*/ 0 w 4394200"/>
                  <a:gd name="connsiteY0" fmla="*/ 592667 h 592667"/>
                  <a:gd name="connsiteX1" fmla="*/ 2912533 w 4394200"/>
                  <a:gd name="connsiteY1" fmla="*/ 0 h 592667"/>
                  <a:gd name="connsiteX2" fmla="*/ 4394200 w 4394200"/>
                  <a:gd name="connsiteY2" fmla="*/ 0 h 592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94200" h="592667">
                    <a:moveTo>
                      <a:pt x="0" y="592667"/>
                    </a:moveTo>
                    <a:lnTo>
                      <a:pt x="2912533" y="0"/>
                    </a:lnTo>
                    <a:lnTo>
                      <a:pt x="4394200" y="0"/>
                    </a:lnTo>
                  </a:path>
                </a:pathLst>
              </a:cu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84" name="椭圆 83"/>
            <p:cNvSpPr/>
            <p:nvPr/>
          </p:nvSpPr>
          <p:spPr>
            <a:xfrm>
              <a:off x="4361366" y="646062"/>
              <a:ext cx="108000" cy="108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85" name="椭圆 84"/>
            <p:cNvSpPr/>
            <p:nvPr/>
          </p:nvSpPr>
          <p:spPr>
            <a:xfrm>
              <a:off x="4361366" y="1732467"/>
              <a:ext cx="108000" cy="108000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86" name="椭圆 85"/>
            <p:cNvSpPr/>
            <p:nvPr/>
          </p:nvSpPr>
          <p:spPr>
            <a:xfrm>
              <a:off x="4361366" y="2814032"/>
              <a:ext cx="108000" cy="108000"/>
            </a:xfrm>
            <a:prstGeom prst="ellipse">
              <a:avLst/>
            </a:prstGeom>
            <a:solidFill>
              <a:schemeClr val="accent3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87" name="椭圆 86"/>
            <p:cNvSpPr/>
            <p:nvPr/>
          </p:nvSpPr>
          <p:spPr>
            <a:xfrm>
              <a:off x="4361366" y="3933800"/>
              <a:ext cx="108000" cy="108000"/>
            </a:xfrm>
            <a:prstGeom prst="ellipse">
              <a:avLst/>
            </a:prstGeom>
            <a:solidFill>
              <a:schemeClr val="accent4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88" name="椭圆 87"/>
            <p:cNvSpPr/>
            <p:nvPr/>
          </p:nvSpPr>
          <p:spPr>
            <a:xfrm>
              <a:off x="4361366" y="5017531"/>
              <a:ext cx="108000" cy="108000"/>
            </a:xfrm>
            <a:prstGeom prst="ellipse">
              <a:avLst/>
            </a:prstGeom>
            <a:solidFill>
              <a:schemeClr val="accent5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89" name="椭圆 88"/>
            <p:cNvSpPr/>
            <p:nvPr/>
          </p:nvSpPr>
          <p:spPr>
            <a:xfrm>
              <a:off x="4361366" y="6101262"/>
              <a:ext cx="108000" cy="108000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97" name="矩形 96"/>
          <p:cNvSpPr/>
          <p:nvPr/>
        </p:nvSpPr>
        <p:spPr>
          <a:xfrm>
            <a:off x="6961426" y="432404"/>
            <a:ext cx="4972680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  <a:defRPr/>
            </a:pP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57" name="组 156"/>
          <p:cNvGrpSpPr/>
          <p:nvPr/>
        </p:nvGrpSpPr>
        <p:grpSpPr>
          <a:xfrm>
            <a:off x="4568825" y="438589"/>
            <a:ext cx="2300757" cy="509896"/>
            <a:chOff x="4568825" y="438589"/>
            <a:chExt cx="2300757" cy="509896"/>
          </a:xfrm>
        </p:grpSpPr>
        <p:grpSp>
          <p:nvGrpSpPr>
            <p:cNvPr id="98" name="组合 23"/>
            <p:cNvGrpSpPr/>
            <p:nvPr/>
          </p:nvGrpSpPr>
          <p:grpSpPr>
            <a:xfrm>
              <a:off x="4568825" y="438589"/>
              <a:ext cx="2300757" cy="509896"/>
              <a:chOff x="888096" y="1000203"/>
              <a:chExt cx="4259825" cy="944066"/>
            </a:xfrm>
          </p:grpSpPr>
          <p:sp>
            <p:nvSpPr>
              <p:cNvPr id="100" name="矩形 99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01" name="椭圆 100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99" name="矩形 98"/>
            <p:cNvSpPr/>
            <p:nvPr/>
          </p:nvSpPr>
          <p:spPr>
            <a:xfrm>
              <a:off x="4677733" y="513965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06" name="矩形 105"/>
          <p:cNvSpPr/>
          <p:nvPr/>
        </p:nvSpPr>
        <p:spPr>
          <a:xfrm>
            <a:off x="6961426" y="1520240"/>
            <a:ext cx="4972680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  <a:defRPr/>
            </a:pP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58" name="组 157"/>
          <p:cNvGrpSpPr/>
          <p:nvPr/>
        </p:nvGrpSpPr>
        <p:grpSpPr>
          <a:xfrm>
            <a:off x="4568825" y="1526425"/>
            <a:ext cx="2300757" cy="509896"/>
            <a:chOff x="4568825" y="1526425"/>
            <a:chExt cx="2300757" cy="509896"/>
          </a:xfrm>
        </p:grpSpPr>
        <p:grpSp>
          <p:nvGrpSpPr>
            <p:cNvPr id="107" name="组合 80"/>
            <p:cNvGrpSpPr/>
            <p:nvPr/>
          </p:nvGrpSpPr>
          <p:grpSpPr>
            <a:xfrm>
              <a:off x="4568825" y="1526425"/>
              <a:ext cx="2300757" cy="509896"/>
              <a:chOff x="888096" y="1000203"/>
              <a:chExt cx="4259825" cy="944066"/>
            </a:xfrm>
          </p:grpSpPr>
          <p:sp>
            <p:nvSpPr>
              <p:cNvPr id="109" name="矩形 108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10" name="椭圆 109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11" name="椭圆 110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12" name="椭圆 111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13" name="椭圆 112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108" name="矩形 107"/>
            <p:cNvSpPr/>
            <p:nvPr/>
          </p:nvSpPr>
          <p:spPr>
            <a:xfrm>
              <a:off x="4677733" y="1601801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15" name="矩形 114"/>
          <p:cNvSpPr/>
          <p:nvPr/>
        </p:nvSpPr>
        <p:spPr>
          <a:xfrm>
            <a:off x="6961426" y="2625613"/>
            <a:ext cx="4972680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  <a:defRPr/>
            </a:pP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59" name="组 158"/>
          <p:cNvGrpSpPr/>
          <p:nvPr/>
        </p:nvGrpSpPr>
        <p:grpSpPr>
          <a:xfrm>
            <a:off x="4568825" y="2631798"/>
            <a:ext cx="2300757" cy="509896"/>
            <a:chOff x="4568825" y="2631798"/>
            <a:chExt cx="2300757" cy="509896"/>
          </a:xfrm>
        </p:grpSpPr>
        <p:grpSp>
          <p:nvGrpSpPr>
            <p:cNvPr id="116" name="组合 89"/>
            <p:cNvGrpSpPr/>
            <p:nvPr/>
          </p:nvGrpSpPr>
          <p:grpSpPr>
            <a:xfrm>
              <a:off x="4568825" y="2631798"/>
              <a:ext cx="2300757" cy="509896"/>
              <a:chOff x="888096" y="1000203"/>
              <a:chExt cx="4259825" cy="944066"/>
            </a:xfrm>
          </p:grpSpPr>
          <p:sp>
            <p:nvSpPr>
              <p:cNvPr id="118" name="矩形 117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19" name="椭圆 118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20" name="椭圆 119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21" name="椭圆 120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22" name="椭圆 121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117" name="矩形 116"/>
            <p:cNvSpPr/>
            <p:nvPr/>
          </p:nvSpPr>
          <p:spPr>
            <a:xfrm>
              <a:off x="4677733" y="2707174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24" name="矩形 123"/>
          <p:cNvSpPr/>
          <p:nvPr/>
        </p:nvSpPr>
        <p:spPr>
          <a:xfrm>
            <a:off x="6961426" y="3721573"/>
            <a:ext cx="4972680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  <a:defRPr/>
            </a:pP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60" name="组 159"/>
          <p:cNvGrpSpPr/>
          <p:nvPr/>
        </p:nvGrpSpPr>
        <p:grpSpPr>
          <a:xfrm>
            <a:off x="4568825" y="3727758"/>
            <a:ext cx="2300757" cy="509896"/>
            <a:chOff x="4568825" y="3727758"/>
            <a:chExt cx="2300757" cy="509896"/>
          </a:xfrm>
        </p:grpSpPr>
        <p:grpSp>
          <p:nvGrpSpPr>
            <p:cNvPr id="125" name="组合 98"/>
            <p:cNvGrpSpPr/>
            <p:nvPr/>
          </p:nvGrpSpPr>
          <p:grpSpPr>
            <a:xfrm>
              <a:off x="4568825" y="3727758"/>
              <a:ext cx="2300757" cy="509896"/>
              <a:chOff x="888096" y="1000203"/>
              <a:chExt cx="4259825" cy="944066"/>
            </a:xfrm>
          </p:grpSpPr>
          <p:sp>
            <p:nvSpPr>
              <p:cNvPr id="127" name="矩形 126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28" name="椭圆 127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29" name="椭圆 128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30" name="椭圆 129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31" name="椭圆 130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126" name="矩形 125"/>
            <p:cNvSpPr/>
            <p:nvPr/>
          </p:nvSpPr>
          <p:spPr>
            <a:xfrm>
              <a:off x="4677733" y="3803134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33" name="矩形 132"/>
          <p:cNvSpPr/>
          <p:nvPr/>
        </p:nvSpPr>
        <p:spPr>
          <a:xfrm>
            <a:off x="6961426" y="4809201"/>
            <a:ext cx="4972680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  <a:defRPr/>
            </a:pP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61" name="组 160"/>
          <p:cNvGrpSpPr/>
          <p:nvPr/>
        </p:nvGrpSpPr>
        <p:grpSpPr>
          <a:xfrm>
            <a:off x="4568825" y="4815386"/>
            <a:ext cx="2300757" cy="509896"/>
            <a:chOff x="4568825" y="4815386"/>
            <a:chExt cx="2300757" cy="509896"/>
          </a:xfrm>
        </p:grpSpPr>
        <p:grpSp>
          <p:nvGrpSpPr>
            <p:cNvPr id="134" name="组合 107"/>
            <p:cNvGrpSpPr/>
            <p:nvPr/>
          </p:nvGrpSpPr>
          <p:grpSpPr>
            <a:xfrm>
              <a:off x="4568825" y="4815386"/>
              <a:ext cx="2300757" cy="509896"/>
              <a:chOff x="888096" y="1000203"/>
              <a:chExt cx="4259825" cy="944066"/>
            </a:xfrm>
          </p:grpSpPr>
          <p:sp>
            <p:nvSpPr>
              <p:cNvPr id="136" name="矩形 135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37" name="椭圆 136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38" name="椭圆 137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39" name="椭圆 138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40" name="椭圆 139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135" name="矩形 134"/>
            <p:cNvSpPr/>
            <p:nvPr/>
          </p:nvSpPr>
          <p:spPr>
            <a:xfrm>
              <a:off x="4677733" y="4890762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42" name="矩形 141"/>
          <p:cNvSpPr/>
          <p:nvPr/>
        </p:nvSpPr>
        <p:spPr>
          <a:xfrm>
            <a:off x="6961426" y="5889038"/>
            <a:ext cx="4972680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  <a:defRPr/>
            </a:pP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62" name="组 161"/>
          <p:cNvGrpSpPr/>
          <p:nvPr/>
        </p:nvGrpSpPr>
        <p:grpSpPr>
          <a:xfrm>
            <a:off x="4568825" y="5895223"/>
            <a:ext cx="2300757" cy="509896"/>
            <a:chOff x="4568825" y="5895223"/>
            <a:chExt cx="2300757" cy="509896"/>
          </a:xfrm>
        </p:grpSpPr>
        <p:grpSp>
          <p:nvGrpSpPr>
            <p:cNvPr id="143" name="组合 116"/>
            <p:cNvGrpSpPr/>
            <p:nvPr/>
          </p:nvGrpSpPr>
          <p:grpSpPr>
            <a:xfrm>
              <a:off x="4568825" y="5895223"/>
              <a:ext cx="2300757" cy="509896"/>
              <a:chOff x="888096" y="1000203"/>
              <a:chExt cx="4259825" cy="944066"/>
            </a:xfrm>
          </p:grpSpPr>
          <p:sp>
            <p:nvSpPr>
              <p:cNvPr id="145" name="矩形 144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46" name="椭圆 145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47" name="椭圆 146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48" name="椭圆 147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49" name="椭圆 148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144" name="矩形 143"/>
            <p:cNvSpPr/>
            <p:nvPr/>
          </p:nvSpPr>
          <p:spPr>
            <a:xfrm>
              <a:off x="4677733" y="597059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50" name="文本框 149"/>
          <p:cNvSpPr txBox="1"/>
          <p:nvPr/>
        </p:nvSpPr>
        <p:spPr>
          <a:xfrm>
            <a:off x="4007126" y="434252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Segoe UI"/>
                <a:ea typeface="微软雅黑"/>
              </a:rPr>
              <a:t>1</a:t>
            </a:r>
            <a:endParaRPr lang="zh-CN" altLang="en-US" sz="2800" dirty="0">
              <a:solidFill>
                <a:srgbClr val="000000"/>
              </a:solidFill>
              <a:latin typeface="Segoe UI"/>
              <a:ea typeface="微软雅黑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4013200" y="15240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Segoe UI"/>
                <a:ea typeface="微软雅黑"/>
              </a:rPr>
              <a:t>2</a:t>
            </a:r>
            <a:endParaRPr lang="zh-CN" altLang="en-US" sz="2800" dirty="0">
              <a:solidFill>
                <a:srgbClr val="000000"/>
              </a:solidFill>
              <a:latin typeface="Segoe UI"/>
              <a:ea typeface="微软雅黑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4013200" y="26162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Segoe UI"/>
                <a:ea typeface="微软雅黑"/>
              </a:rPr>
              <a:t>3</a:t>
            </a:r>
            <a:endParaRPr lang="zh-CN" altLang="en-US" sz="2800" dirty="0">
              <a:solidFill>
                <a:srgbClr val="000000"/>
              </a:solidFill>
              <a:latin typeface="Segoe UI"/>
              <a:ea typeface="微软雅黑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4013200" y="37084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Segoe UI"/>
                <a:ea typeface="微软雅黑"/>
              </a:rPr>
              <a:t>4</a:t>
            </a:r>
            <a:endParaRPr lang="zh-CN" altLang="en-US" sz="2800" dirty="0">
              <a:solidFill>
                <a:srgbClr val="000000"/>
              </a:solidFill>
              <a:latin typeface="Segoe UI"/>
              <a:ea typeface="微软雅黑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4013200" y="48006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Segoe UI"/>
                <a:ea typeface="微软雅黑"/>
              </a:rPr>
              <a:t>5</a:t>
            </a:r>
            <a:endParaRPr lang="zh-CN" altLang="en-US" sz="2800" dirty="0">
              <a:solidFill>
                <a:srgbClr val="000000"/>
              </a:solidFill>
              <a:latin typeface="Segoe UI"/>
              <a:ea typeface="微软雅黑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4013200" y="58928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Segoe UI"/>
                <a:ea typeface="微软雅黑"/>
              </a:rPr>
              <a:t>6</a:t>
            </a:r>
            <a:endParaRPr lang="zh-CN" altLang="en-US" sz="2800" dirty="0">
              <a:solidFill>
                <a:srgbClr val="000000"/>
              </a:solidFill>
              <a:latin typeface="Segoe UI"/>
              <a:ea typeface="微软雅黑"/>
            </a:endParaRPr>
          </a:p>
        </p:txBody>
      </p:sp>
      <p:pic>
        <p:nvPicPr>
          <p:cNvPr id="156" name="图片 155"/>
          <p:cNvPicPr>
            <a:picLocks noChangeAspect="1"/>
          </p:cNvPicPr>
          <p:nvPr/>
        </p:nvPicPr>
        <p:blipFill rotWithShape="1">
          <a:blip r:embed="rId4"/>
          <a:srcRect l="49574"/>
          <a:stretch/>
        </p:blipFill>
        <p:spPr>
          <a:xfrm>
            <a:off x="-8468" y="2435266"/>
            <a:ext cx="1002201" cy="198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79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FIVE</a:t>
            </a:r>
            <a:r>
              <a:rPr kumimoji="1" lang="zh-CN" altLang="en-US" dirty="0"/>
              <a:t> 主要结论</a:t>
            </a:r>
          </a:p>
        </p:txBody>
      </p:sp>
      <p:pic>
        <p:nvPicPr>
          <p:cNvPr id="156" name="图片 155"/>
          <p:cNvPicPr>
            <a:picLocks noChangeAspect="1"/>
          </p:cNvPicPr>
          <p:nvPr/>
        </p:nvPicPr>
        <p:blipFill rotWithShape="1">
          <a:blip r:embed="rId3"/>
          <a:srcRect l="49574"/>
          <a:stretch/>
        </p:blipFill>
        <p:spPr>
          <a:xfrm>
            <a:off x="-8468" y="2435266"/>
            <a:ext cx="1002201" cy="1987468"/>
          </a:xfrm>
          <a:prstGeom prst="rect">
            <a:avLst/>
          </a:pr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4"/>
          <a:srcRect l="54115" t="14479" r="4250" b="12370"/>
          <a:stretch/>
        </p:blipFill>
        <p:spPr>
          <a:xfrm>
            <a:off x="3848772" y="1363132"/>
            <a:ext cx="4587588" cy="4262632"/>
          </a:xfrm>
          <a:prstGeom prst="rect">
            <a:avLst/>
          </a:prstGeom>
        </p:spPr>
      </p:pic>
      <p:sp>
        <p:nvSpPr>
          <p:cNvPr id="192" name="菱形 191"/>
          <p:cNvSpPr/>
          <p:nvPr/>
        </p:nvSpPr>
        <p:spPr>
          <a:xfrm>
            <a:off x="4083050" y="1416050"/>
            <a:ext cx="4025900" cy="4025900"/>
          </a:xfrm>
          <a:prstGeom prst="diamond">
            <a:avLst/>
          </a:prstGeom>
          <a:gradFill flip="none" rotWithShape="1">
            <a:gsLst>
              <a:gs pos="0">
                <a:srgbClr val="A5A5A5">
                  <a:lumMod val="5000"/>
                  <a:lumOff val="95000"/>
                  <a:alpha val="3000"/>
                </a:srgbClr>
              </a:gs>
              <a:gs pos="83000">
                <a:srgbClr val="A5A5A5">
                  <a:lumMod val="45000"/>
                  <a:lumOff val="55000"/>
                  <a:alpha val="57000"/>
                </a:srgbClr>
              </a:gs>
              <a:gs pos="100000">
                <a:srgbClr val="A5A5A5">
                  <a:lumMod val="30000"/>
                  <a:lumOff val="70000"/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zh-CN" altLang="en-US" sz="6600" b="1" kern="0" dirty="0">
                <a:gradFill flip="none" rotWithShape="1">
                  <a:gsLst>
                    <a:gs pos="0">
                      <a:srgbClr val="515151">
                        <a:lumMod val="89000"/>
                      </a:srgbClr>
                    </a:gs>
                    <a:gs pos="23000">
                      <a:srgbClr val="515151">
                        <a:lumMod val="89000"/>
                      </a:srgbClr>
                    </a:gs>
                    <a:gs pos="69000">
                      <a:srgbClr val="515151">
                        <a:lumMod val="75000"/>
                      </a:srgbClr>
                    </a:gs>
                    <a:gs pos="97000">
                      <a:srgbClr val="515151">
                        <a:lumMod val="7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Segoe UI"/>
                <a:ea typeface="微软雅黑"/>
              </a:rPr>
              <a:t>结论</a:t>
            </a:r>
          </a:p>
        </p:txBody>
      </p:sp>
      <p:grpSp>
        <p:nvGrpSpPr>
          <p:cNvPr id="193" name="组合 6"/>
          <p:cNvGrpSpPr/>
          <p:nvPr/>
        </p:nvGrpSpPr>
        <p:grpSpPr>
          <a:xfrm>
            <a:off x="1088594" y="1487746"/>
            <a:ext cx="2300757" cy="509896"/>
            <a:chOff x="888096" y="1000203"/>
            <a:chExt cx="4259825" cy="944066"/>
          </a:xfrm>
        </p:grpSpPr>
        <p:sp>
          <p:nvSpPr>
            <p:cNvPr id="194" name="矩形 193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95" name="椭圆 194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96" name="椭圆 195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97" name="椭圆 196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98" name="椭圆 197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199" name="矩形 198"/>
          <p:cNvSpPr/>
          <p:nvPr/>
        </p:nvSpPr>
        <p:spPr>
          <a:xfrm>
            <a:off x="1219501" y="156312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200" name="矩形 199"/>
          <p:cNvSpPr/>
          <p:nvPr/>
        </p:nvSpPr>
        <p:spPr>
          <a:xfrm>
            <a:off x="1137421" y="2039830"/>
            <a:ext cx="2945629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201" name="组合 14"/>
          <p:cNvGrpSpPr/>
          <p:nvPr/>
        </p:nvGrpSpPr>
        <p:grpSpPr>
          <a:xfrm>
            <a:off x="1088594" y="3837270"/>
            <a:ext cx="2300757" cy="509896"/>
            <a:chOff x="888096" y="1000203"/>
            <a:chExt cx="4259825" cy="944066"/>
          </a:xfrm>
        </p:grpSpPr>
        <p:sp>
          <p:nvSpPr>
            <p:cNvPr id="202" name="矩形 201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03" name="椭圆 202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04" name="椭圆 203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05" name="椭圆 204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06" name="椭圆 205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207" name="矩形 206"/>
          <p:cNvSpPr/>
          <p:nvPr/>
        </p:nvSpPr>
        <p:spPr>
          <a:xfrm>
            <a:off x="1219501" y="391264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208" name="矩形 207"/>
          <p:cNvSpPr/>
          <p:nvPr/>
        </p:nvSpPr>
        <p:spPr>
          <a:xfrm>
            <a:off x="1137421" y="4389354"/>
            <a:ext cx="2945629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209" name="组合 22"/>
          <p:cNvGrpSpPr/>
          <p:nvPr/>
        </p:nvGrpSpPr>
        <p:grpSpPr>
          <a:xfrm>
            <a:off x="9036927" y="1487746"/>
            <a:ext cx="2300757" cy="509896"/>
            <a:chOff x="888096" y="1000203"/>
            <a:chExt cx="4259825" cy="944066"/>
          </a:xfrm>
        </p:grpSpPr>
        <p:sp>
          <p:nvSpPr>
            <p:cNvPr id="210" name="矩形 209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11" name="椭圆 210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12" name="椭圆 211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13" name="椭圆 212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14" name="椭圆 213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215" name="矩形 214"/>
          <p:cNvSpPr/>
          <p:nvPr/>
        </p:nvSpPr>
        <p:spPr>
          <a:xfrm>
            <a:off x="9167834" y="156312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216" name="矩形 215"/>
          <p:cNvSpPr/>
          <p:nvPr/>
        </p:nvSpPr>
        <p:spPr>
          <a:xfrm>
            <a:off x="8392055" y="2039830"/>
            <a:ext cx="2945629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217" name="组合 30"/>
          <p:cNvGrpSpPr/>
          <p:nvPr/>
        </p:nvGrpSpPr>
        <p:grpSpPr>
          <a:xfrm>
            <a:off x="8997376" y="3837270"/>
            <a:ext cx="2300757" cy="509896"/>
            <a:chOff x="888096" y="1000203"/>
            <a:chExt cx="4259825" cy="944066"/>
          </a:xfrm>
        </p:grpSpPr>
        <p:sp>
          <p:nvSpPr>
            <p:cNvPr id="218" name="矩形 217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19" name="椭圆 218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20" name="椭圆 219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21" name="椭圆 220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22" name="椭圆 221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223" name="矩形 222"/>
          <p:cNvSpPr/>
          <p:nvPr/>
        </p:nvSpPr>
        <p:spPr>
          <a:xfrm>
            <a:off x="9128283" y="391264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224" name="矩形 223"/>
          <p:cNvSpPr/>
          <p:nvPr/>
        </p:nvSpPr>
        <p:spPr>
          <a:xfrm>
            <a:off x="8392055" y="4389354"/>
            <a:ext cx="2945629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</p:spTree>
    <p:extLst>
      <p:ext uri="{BB962C8B-B14F-4D97-AF65-F5344CB8AC3E}">
        <p14:creationId xmlns:p14="http://schemas.microsoft.com/office/powerpoint/2010/main" val="1857962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参考文献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SIX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414639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SIX</a:t>
            </a:r>
            <a:r>
              <a:rPr kumimoji="1" lang="zh-CN" altLang="en-US" dirty="0"/>
              <a:t> 参考文献</a:t>
            </a:r>
          </a:p>
        </p:txBody>
      </p:sp>
      <p:sp>
        <p:nvSpPr>
          <p:cNvPr id="4" name="矩形 3"/>
          <p:cNvSpPr/>
          <p:nvPr/>
        </p:nvSpPr>
        <p:spPr>
          <a:xfrm>
            <a:off x="1089025" y="1210452"/>
            <a:ext cx="6454775" cy="4373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1.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期刊类</a:t>
            </a:r>
            <a:endParaRPr lang="en-US" altLang="zh-CN" sz="140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[J].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刊名，出版年份，卷号（期号）：起止页码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2.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专著类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书名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[M].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出版地：出版社，出版年份：起止页码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3.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报纸类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[N].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报纸名，出版日期（版次）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4.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论文集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[C].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出版地：出版者，出版年份：起始页码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5.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学位论文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[D].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出版地：保存者，出版年份：起始页码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6.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研究报告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[R].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出版地：出版者，出版年份：起始页码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7.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条例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颁布单位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条例名称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发布日期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8.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译著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原著作者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 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书名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[M].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译者，译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出版地：出版社，出版年份：起止页码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801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Segoe UI"/>
                <a:ea typeface="微软雅黑"/>
              </a:rPr>
              <a:t>THANK</a:t>
            </a:r>
            <a:r>
              <a:rPr lang="zh-CN" altLang="en-US" dirty="0">
                <a:latin typeface="Segoe UI"/>
                <a:ea typeface="微软雅黑"/>
              </a:rPr>
              <a:t> </a:t>
            </a:r>
            <a:r>
              <a:rPr lang="en-US" altLang="zh-CN" dirty="0">
                <a:latin typeface="Segoe UI"/>
                <a:ea typeface="微软雅黑"/>
              </a:rPr>
              <a:t>YOU</a:t>
            </a:r>
            <a:r>
              <a:rPr lang="zh-CN" altLang="en-US" dirty="0">
                <a:latin typeface="Segoe UI"/>
                <a:ea typeface="微软雅黑"/>
              </a:rPr>
              <a:t> </a:t>
            </a:r>
            <a:r>
              <a:rPr lang="en-US" altLang="zh-CN" dirty="0">
                <a:latin typeface="Segoe UI"/>
                <a:ea typeface="微软雅黑"/>
              </a:rPr>
              <a:t>FOR</a:t>
            </a:r>
            <a:r>
              <a:rPr lang="zh-CN" altLang="en-US" dirty="0">
                <a:latin typeface="Segoe UI"/>
                <a:ea typeface="微软雅黑"/>
              </a:rPr>
              <a:t> </a:t>
            </a:r>
            <a:r>
              <a:rPr lang="en-US" altLang="zh-CN" dirty="0">
                <a:latin typeface="Segoe UI"/>
                <a:ea typeface="微软雅黑"/>
              </a:rPr>
              <a:t>WATCHING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kern="0" dirty="0">
                <a:latin typeface="Segoe UI"/>
                <a:ea typeface="微软雅黑"/>
                <a:cs typeface=""/>
              </a:rPr>
              <a:t>指导老师</a:t>
            </a:r>
            <a:endParaRPr lang="en-US" altLang="zh-CN" kern="0" dirty="0">
              <a:latin typeface="Segoe UI"/>
              <a:ea typeface="微软雅黑"/>
              <a:cs typeface="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kern="0" dirty="0">
                <a:latin typeface="Segoe UI"/>
                <a:ea typeface="微软雅黑"/>
                <a:cs typeface=""/>
              </a:rPr>
              <a:t>John Doe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kern="0" dirty="0">
                <a:latin typeface="Segoe UI"/>
                <a:ea typeface="微软雅黑"/>
                <a:cs typeface=""/>
              </a:rPr>
              <a:t>报告人</a:t>
            </a:r>
            <a:endParaRPr lang="en-US" altLang="zh-CN" kern="0" dirty="0">
              <a:latin typeface="Segoe UI"/>
              <a:ea typeface="微软雅黑"/>
              <a:cs typeface="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kern="0" dirty="0">
                <a:latin typeface="Segoe UI"/>
                <a:ea typeface="微软雅黑"/>
                <a:cs typeface=""/>
              </a:rPr>
              <a:t>Jane Doe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latin typeface="Segoe UI"/>
                <a:ea typeface="微软雅黑"/>
              </a:rPr>
              <a:t>PRESENTED BY OfficePLUS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</p:spTree>
    <p:extLst>
      <p:ext uri="{BB962C8B-B14F-4D97-AF65-F5344CB8AC3E}">
        <p14:creationId xmlns:p14="http://schemas.microsoft.com/office/powerpoint/2010/main" val="100388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344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/>
          <a:srcRect t="3048" r="54675" b="2377"/>
          <a:stretch/>
        </p:blipFill>
        <p:spPr>
          <a:xfrm>
            <a:off x="1066902" y="1973180"/>
            <a:ext cx="3070936" cy="338881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/>
          <a:srcRect l="54115" t="14479" r="4250" b="12370"/>
          <a:stretch/>
        </p:blipFill>
        <p:spPr>
          <a:xfrm>
            <a:off x="4972697" y="2097692"/>
            <a:ext cx="3202380" cy="297554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/>
          <a:srcRect l="61489" t="25058" r="12143" b="25081"/>
          <a:stretch/>
        </p:blipFill>
        <p:spPr>
          <a:xfrm>
            <a:off x="9009936" y="2562780"/>
            <a:ext cx="2045368" cy="204536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4307398"/>
      </p:ext>
    </p:extLst>
  </p:cSld>
  <p:clrMapOvr>
    <a:masterClrMapping/>
  </p:clrMapOvr>
</p:sld>
</file>

<file path=ppt/theme/theme1.xml><?xml version="1.0" encoding="utf-8"?>
<a:theme xmlns:a="http://schemas.openxmlformats.org/drawingml/2006/main" name="模板页面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4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</TotalTime>
  <Words>2257</Words>
  <Application>Microsoft Office PowerPoint</Application>
  <PresentationFormat>宽屏</PresentationFormat>
  <Paragraphs>228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宋体</vt:lpstr>
      <vt:lpstr>微软雅黑</vt:lpstr>
      <vt:lpstr>微软雅黑</vt:lpstr>
      <vt:lpstr>等线</vt:lpstr>
      <vt:lpstr>Arial</vt:lpstr>
      <vt:lpstr>Century Gothic</vt:lpstr>
      <vt:lpstr>Segoe UI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Yunxuan Liu (Chinasoft)</cp:lastModifiedBy>
  <cp:revision>59</cp:revision>
  <dcterms:created xsi:type="dcterms:W3CDTF">2015-08-18T02:51:41Z</dcterms:created>
  <dcterms:modified xsi:type="dcterms:W3CDTF">2017-12-21T08:36:47Z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2017-12-21T08:36:47.5786057Z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